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4"/>
  </p:normalViewPr>
  <p:slideViewPr>
    <p:cSldViewPr snapToGrid="0" snapToObjects="1">
      <p:cViewPr varScale="1">
        <p:scale>
          <a:sx n="104" d="100"/>
          <a:sy n="104" d="100"/>
        </p:scale>
        <p:origin x="1880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0D81AFE-8264-4F00-A5F7-2DB6031B0A5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979055CE-8FD6-4D96-A616-8000221CAF1C}">
      <dgm:prSet/>
      <dgm:spPr/>
      <dgm:t>
        <a:bodyPr/>
        <a:lstStyle/>
        <a:p>
          <a:pPr>
            <a:defRPr cap="all"/>
          </a:pPr>
          <a:r>
            <a:rPr lang="en-US"/>
            <a:t>Jeu multijoueur Splatoon-like</a:t>
          </a:r>
        </a:p>
      </dgm:t>
    </dgm:pt>
    <dgm:pt modelId="{233CF232-76B3-47B5-A26F-8F4B40565F36}" type="parTrans" cxnId="{7E674272-518F-4009-BBB3-6A2BDE327E64}">
      <dgm:prSet/>
      <dgm:spPr/>
      <dgm:t>
        <a:bodyPr/>
        <a:lstStyle/>
        <a:p>
          <a:endParaRPr lang="en-US"/>
        </a:p>
      </dgm:t>
    </dgm:pt>
    <dgm:pt modelId="{CEEC810F-A049-4C94-A961-4FA648E5C9E3}" type="sibTrans" cxnId="{7E674272-518F-4009-BBB3-6A2BDE327E64}">
      <dgm:prSet/>
      <dgm:spPr/>
      <dgm:t>
        <a:bodyPr/>
        <a:lstStyle/>
        <a:p>
          <a:endParaRPr lang="en-US"/>
        </a:p>
      </dgm:t>
    </dgm:pt>
    <dgm:pt modelId="{EBFDA62B-5E3B-4BAD-B743-8F6256422E32}">
      <dgm:prSet/>
      <dgm:spPr/>
      <dgm:t>
        <a:bodyPr/>
        <a:lstStyle/>
        <a:p>
          <a:pPr>
            <a:defRPr cap="all"/>
          </a:pPr>
          <a:r>
            <a:rPr lang="en-US"/>
            <a:t>Environnement Python/Pygame</a:t>
          </a:r>
        </a:p>
      </dgm:t>
    </dgm:pt>
    <dgm:pt modelId="{B4453457-55F3-4AB0-BBB8-DE1012F16D60}" type="parTrans" cxnId="{C58456AC-7221-4263-9B7A-EEF64B3E2ACE}">
      <dgm:prSet/>
      <dgm:spPr/>
      <dgm:t>
        <a:bodyPr/>
        <a:lstStyle/>
        <a:p>
          <a:endParaRPr lang="en-US"/>
        </a:p>
      </dgm:t>
    </dgm:pt>
    <dgm:pt modelId="{A45DBFD8-37F0-48E3-8038-0A73F714CDD2}" type="sibTrans" cxnId="{C58456AC-7221-4263-9B7A-EEF64B3E2ACE}">
      <dgm:prSet/>
      <dgm:spPr/>
      <dgm:t>
        <a:bodyPr/>
        <a:lstStyle/>
        <a:p>
          <a:endParaRPr lang="en-US"/>
        </a:p>
      </dgm:t>
    </dgm:pt>
    <dgm:pt modelId="{FB2B46E6-0023-4AD3-8D98-DEC2A056CAF4}">
      <dgm:prSet/>
      <dgm:spPr/>
      <dgm:t>
        <a:bodyPr/>
        <a:lstStyle/>
        <a:p>
          <a:pPr>
            <a:defRPr cap="all"/>
          </a:pPr>
          <a:r>
            <a:rPr lang="en-US"/>
            <a:t>Objectif : Peinture de zones et capture</a:t>
          </a:r>
        </a:p>
      </dgm:t>
    </dgm:pt>
    <dgm:pt modelId="{F4CB44B8-C1D8-406F-94D8-17C52ADD2F24}" type="parTrans" cxnId="{FA115683-18F7-43BB-9587-632504304B61}">
      <dgm:prSet/>
      <dgm:spPr/>
      <dgm:t>
        <a:bodyPr/>
        <a:lstStyle/>
        <a:p>
          <a:endParaRPr lang="en-US"/>
        </a:p>
      </dgm:t>
    </dgm:pt>
    <dgm:pt modelId="{0089FAFA-DE82-426A-BC68-B4D46DE41A3C}" type="sibTrans" cxnId="{FA115683-18F7-43BB-9587-632504304B61}">
      <dgm:prSet/>
      <dgm:spPr/>
      <dgm:t>
        <a:bodyPr/>
        <a:lstStyle/>
        <a:p>
          <a:endParaRPr lang="en-US"/>
        </a:p>
      </dgm:t>
    </dgm:pt>
    <dgm:pt modelId="{4F10CD1A-3DF0-4038-B86C-E18D4E8BA158}" type="pres">
      <dgm:prSet presAssocID="{E0D81AFE-8264-4F00-A5F7-2DB6031B0A5B}" presName="root" presStyleCnt="0">
        <dgm:presLayoutVars>
          <dgm:dir/>
          <dgm:resizeHandles val="exact"/>
        </dgm:presLayoutVars>
      </dgm:prSet>
      <dgm:spPr/>
    </dgm:pt>
    <dgm:pt modelId="{5FA61B7B-EFBE-4D4A-BDFD-409A1AD92841}" type="pres">
      <dgm:prSet presAssocID="{979055CE-8FD6-4D96-A616-8000221CAF1C}" presName="compNode" presStyleCnt="0"/>
      <dgm:spPr/>
    </dgm:pt>
    <dgm:pt modelId="{7E9394EE-7D75-4247-8029-515EF777A9B0}" type="pres">
      <dgm:prSet presAssocID="{979055CE-8FD6-4D96-A616-8000221CAF1C}" presName="iconBgRect" presStyleLbl="bgShp" presStyleIdx="0" presStyleCnt="3"/>
      <dgm:spPr/>
    </dgm:pt>
    <dgm:pt modelId="{1FB71E03-36D8-4B53-AB57-19ED48ED9DAD}" type="pres">
      <dgm:prSet presAssocID="{979055CE-8FD6-4D96-A616-8000221CAF1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ing Cards"/>
        </a:ext>
      </dgm:extLst>
    </dgm:pt>
    <dgm:pt modelId="{2227DCCA-2780-4B81-AA72-CC92E51B721A}" type="pres">
      <dgm:prSet presAssocID="{979055CE-8FD6-4D96-A616-8000221CAF1C}" presName="spaceRect" presStyleCnt="0"/>
      <dgm:spPr/>
    </dgm:pt>
    <dgm:pt modelId="{5770E545-9396-4E97-90CF-C5FAC5181072}" type="pres">
      <dgm:prSet presAssocID="{979055CE-8FD6-4D96-A616-8000221CAF1C}" presName="textRect" presStyleLbl="revTx" presStyleIdx="0" presStyleCnt="3">
        <dgm:presLayoutVars>
          <dgm:chMax val="1"/>
          <dgm:chPref val="1"/>
        </dgm:presLayoutVars>
      </dgm:prSet>
      <dgm:spPr/>
    </dgm:pt>
    <dgm:pt modelId="{69F1DB7F-EBE1-4C13-B2E0-CA7AF946D8EB}" type="pres">
      <dgm:prSet presAssocID="{CEEC810F-A049-4C94-A961-4FA648E5C9E3}" presName="sibTrans" presStyleCnt="0"/>
      <dgm:spPr/>
    </dgm:pt>
    <dgm:pt modelId="{758EB190-0FCB-4D44-90F2-F1659BD33EEE}" type="pres">
      <dgm:prSet presAssocID="{EBFDA62B-5E3B-4BAD-B743-8F6256422E32}" presName="compNode" presStyleCnt="0"/>
      <dgm:spPr/>
    </dgm:pt>
    <dgm:pt modelId="{843C6426-9EDC-47DC-AFC4-2AD727FAF79B}" type="pres">
      <dgm:prSet presAssocID="{EBFDA62B-5E3B-4BAD-B743-8F6256422E32}" presName="iconBgRect" presStyleLbl="bgShp" presStyleIdx="1" presStyleCnt="3"/>
      <dgm:spPr/>
    </dgm:pt>
    <dgm:pt modelId="{0FE7EA37-28C4-4437-8EE1-AD2D1E40CECB}" type="pres">
      <dgm:prSet presAssocID="{EBFDA62B-5E3B-4BAD-B743-8F6256422E3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rdinateur"/>
        </a:ext>
      </dgm:extLst>
    </dgm:pt>
    <dgm:pt modelId="{B4F0B91B-9868-4E77-B6C8-636D7964B81E}" type="pres">
      <dgm:prSet presAssocID="{EBFDA62B-5E3B-4BAD-B743-8F6256422E32}" presName="spaceRect" presStyleCnt="0"/>
      <dgm:spPr/>
    </dgm:pt>
    <dgm:pt modelId="{04BD5A45-A89C-4505-A1C3-02C12E1E820F}" type="pres">
      <dgm:prSet presAssocID="{EBFDA62B-5E3B-4BAD-B743-8F6256422E32}" presName="textRect" presStyleLbl="revTx" presStyleIdx="1" presStyleCnt="3">
        <dgm:presLayoutVars>
          <dgm:chMax val="1"/>
          <dgm:chPref val="1"/>
        </dgm:presLayoutVars>
      </dgm:prSet>
      <dgm:spPr/>
    </dgm:pt>
    <dgm:pt modelId="{A75A3B06-5634-46F2-BA02-BFD1AA978185}" type="pres">
      <dgm:prSet presAssocID="{A45DBFD8-37F0-48E3-8038-0A73F714CDD2}" presName="sibTrans" presStyleCnt="0"/>
      <dgm:spPr/>
    </dgm:pt>
    <dgm:pt modelId="{90AB95D7-6BBE-4F34-BBB9-F7D12E3D5843}" type="pres">
      <dgm:prSet presAssocID="{FB2B46E6-0023-4AD3-8D98-DEC2A056CAF4}" presName="compNode" presStyleCnt="0"/>
      <dgm:spPr/>
    </dgm:pt>
    <dgm:pt modelId="{3202A0E8-401B-4B7F-811C-9DAE6DCFB64F}" type="pres">
      <dgm:prSet presAssocID="{FB2B46E6-0023-4AD3-8D98-DEC2A056CAF4}" presName="iconBgRect" presStyleLbl="bgShp" presStyleIdx="2" presStyleCnt="3"/>
      <dgm:spPr/>
    </dgm:pt>
    <dgm:pt modelId="{9BD1471D-22D2-447E-A825-62D097589535}" type="pres">
      <dgm:prSet presAssocID="{FB2B46E6-0023-4AD3-8D98-DEC2A056CAF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ppareil photo"/>
        </a:ext>
      </dgm:extLst>
    </dgm:pt>
    <dgm:pt modelId="{0129470E-0F0A-4D8C-9109-8F85938A80F1}" type="pres">
      <dgm:prSet presAssocID="{FB2B46E6-0023-4AD3-8D98-DEC2A056CAF4}" presName="spaceRect" presStyleCnt="0"/>
      <dgm:spPr/>
    </dgm:pt>
    <dgm:pt modelId="{A1DFA265-3A4B-46F3-A152-623C7C564628}" type="pres">
      <dgm:prSet presAssocID="{FB2B46E6-0023-4AD3-8D98-DEC2A056CAF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A6C8D48-B084-4039-8F4A-D2E6218E1B9D}" type="presOf" srcId="{979055CE-8FD6-4D96-A616-8000221CAF1C}" destId="{5770E545-9396-4E97-90CF-C5FAC5181072}" srcOrd="0" destOrd="0" presId="urn:microsoft.com/office/officeart/2018/5/layout/IconCircleLabelList"/>
    <dgm:cxn modelId="{60BC856F-60FC-49FC-9E31-7312BA07E273}" type="presOf" srcId="{EBFDA62B-5E3B-4BAD-B743-8F6256422E32}" destId="{04BD5A45-A89C-4505-A1C3-02C12E1E820F}" srcOrd="0" destOrd="0" presId="urn:microsoft.com/office/officeart/2018/5/layout/IconCircleLabelList"/>
    <dgm:cxn modelId="{7E674272-518F-4009-BBB3-6A2BDE327E64}" srcId="{E0D81AFE-8264-4F00-A5F7-2DB6031B0A5B}" destId="{979055CE-8FD6-4D96-A616-8000221CAF1C}" srcOrd="0" destOrd="0" parTransId="{233CF232-76B3-47B5-A26F-8F4B40565F36}" sibTransId="{CEEC810F-A049-4C94-A961-4FA648E5C9E3}"/>
    <dgm:cxn modelId="{FA115683-18F7-43BB-9587-632504304B61}" srcId="{E0D81AFE-8264-4F00-A5F7-2DB6031B0A5B}" destId="{FB2B46E6-0023-4AD3-8D98-DEC2A056CAF4}" srcOrd="2" destOrd="0" parTransId="{F4CB44B8-C1D8-406F-94D8-17C52ADD2F24}" sibTransId="{0089FAFA-DE82-426A-BC68-B4D46DE41A3C}"/>
    <dgm:cxn modelId="{69496B8C-4E01-452A-85FA-73802EAA22B9}" type="presOf" srcId="{E0D81AFE-8264-4F00-A5F7-2DB6031B0A5B}" destId="{4F10CD1A-3DF0-4038-B86C-E18D4E8BA158}" srcOrd="0" destOrd="0" presId="urn:microsoft.com/office/officeart/2018/5/layout/IconCircleLabelList"/>
    <dgm:cxn modelId="{971D13A4-6BFD-44CC-A90A-1EAB41AAD546}" type="presOf" srcId="{FB2B46E6-0023-4AD3-8D98-DEC2A056CAF4}" destId="{A1DFA265-3A4B-46F3-A152-623C7C564628}" srcOrd="0" destOrd="0" presId="urn:microsoft.com/office/officeart/2018/5/layout/IconCircleLabelList"/>
    <dgm:cxn modelId="{C58456AC-7221-4263-9B7A-EEF64B3E2ACE}" srcId="{E0D81AFE-8264-4F00-A5F7-2DB6031B0A5B}" destId="{EBFDA62B-5E3B-4BAD-B743-8F6256422E32}" srcOrd="1" destOrd="0" parTransId="{B4453457-55F3-4AB0-BBB8-DE1012F16D60}" sibTransId="{A45DBFD8-37F0-48E3-8038-0A73F714CDD2}"/>
    <dgm:cxn modelId="{53A34EDC-1D08-4C82-913A-39954DFE9A6C}" type="presParOf" srcId="{4F10CD1A-3DF0-4038-B86C-E18D4E8BA158}" destId="{5FA61B7B-EFBE-4D4A-BDFD-409A1AD92841}" srcOrd="0" destOrd="0" presId="urn:microsoft.com/office/officeart/2018/5/layout/IconCircleLabelList"/>
    <dgm:cxn modelId="{BDCB459D-40C5-464C-A776-82D00074D665}" type="presParOf" srcId="{5FA61B7B-EFBE-4D4A-BDFD-409A1AD92841}" destId="{7E9394EE-7D75-4247-8029-515EF777A9B0}" srcOrd="0" destOrd="0" presId="urn:microsoft.com/office/officeart/2018/5/layout/IconCircleLabelList"/>
    <dgm:cxn modelId="{83A03895-65A1-4A3E-BC88-63F749250E1F}" type="presParOf" srcId="{5FA61B7B-EFBE-4D4A-BDFD-409A1AD92841}" destId="{1FB71E03-36D8-4B53-AB57-19ED48ED9DAD}" srcOrd="1" destOrd="0" presId="urn:microsoft.com/office/officeart/2018/5/layout/IconCircleLabelList"/>
    <dgm:cxn modelId="{78B79A63-697D-4DD5-80A9-257C926D9443}" type="presParOf" srcId="{5FA61B7B-EFBE-4D4A-BDFD-409A1AD92841}" destId="{2227DCCA-2780-4B81-AA72-CC92E51B721A}" srcOrd="2" destOrd="0" presId="urn:microsoft.com/office/officeart/2018/5/layout/IconCircleLabelList"/>
    <dgm:cxn modelId="{2DAEFDD5-B9C5-49DB-9CEA-D1C4D3F822F0}" type="presParOf" srcId="{5FA61B7B-EFBE-4D4A-BDFD-409A1AD92841}" destId="{5770E545-9396-4E97-90CF-C5FAC5181072}" srcOrd="3" destOrd="0" presId="urn:microsoft.com/office/officeart/2018/5/layout/IconCircleLabelList"/>
    <dgm:cxn modelId="{DE12066A-D67B-4ADC-8845-4C583A4F1893}" type="presParOf" srcId="{4F10CD1A-3DF0-4038-B86C-E18D4E8BA158}" destId="{69F1DB7F-EBE1-4C13-B2E0-CA7AF946D8EB}" srcOrd="1" destOrd="0" presId="urn:microsoft.com/office/officeart/2018/5/layout/IconCircleLabelList"/>
    <dgm:cxn modelId="{BC6C7698-496E-4C00-9783-ED38976891BC}" type="presParOf" srcId="{4F10CD1A-3DF0-4038-B86C-E18D4E8BA158}" destId="{758EB190-0FCB-4D44-90F2-F1659BD33EEE}" srcOrd="2" destOrd="0" presId="urn:microsoft.com/office/officeart/2018/5/layout/IconCircleLabelList"/>
    <dgm:cxn modelId="{2B5B99A4-3CD5-437B-96AF-BBDCF9701D5F}" type="presParOf" srcId="{758EB190-0FCB-4D44-90F2-F1659BD33EEE}" destId="{843C6426-9EDC-47DC-AFC4-2AD727FAF79B}" srcOrd="0" destOrd="0" presId="urn:microsoft.com/office/officeart/2018/5/layout/IconCircleLabelList"/>
    <dgm:cxn modelId="{6983BD5E-846B-41A5-9BAE-067AFF12E1C7}" type="presParOf" srcId="{758EB190-0FCB-4D44-90F2-F1659BD33EEE}" destId="{0FE7EA37-28C4-4437-8EE1-AD2D1E40CECB}" srcOrd="1" destOrd="0" presId="urn:microsoft.com/office/officeart/2018/5/layout/IconCircleLabelList"/>
    <dgm:cxn modelId="{9B93E88A-CAC4-4467-B569-822860D64660}" type="presParOf" srcId="{758EB190-0FCB-4D44-90F2-F1659BD33EEE}" destId="{B4F0B91B-9868-4E77-B6C8-636D7964B81E}" srcOrd="2" destOrd="0" presId="urn:microsoft.com/office/officeart/2018/5/layout/IconCircleLabelList"/>
    <dgm:cxn modelId="{64E38AE1-A177-420B-963A-5F4F4470614A}" type="presParOf" srcId="{758EB190-0FCB-4D44-90F2-F1659BD33EEE}" destId="{04BD5A45-A89C-4505-A1C3-02C12E1E820F}" srcOrd="3" destOrd="0" presId="urn:microsoft.com/office/officeart/2018/5/layout/IconCircleLabelList"/>
    <dgm:cxn modelId="{756FC338-2DAE-48BF-828B-90191E5DDC4D}" type="presParOf" srcId="{4F10CD1A-3DF0-4038-B86C-E18D4E8BA158}" destId="{A75A3B06-5634-46F2-BA02-BFD1AA978185}" srcOrd="3" destOrd="0" presId="urn:microsoft.com/office/officeart/2018/5/layout/IconCircleLabelList"/>
    <dgm:cxn modelId="{E09F574D-DADA-46D6-9D74-B8FFBB70B2F9}" type="presParOf" srcId="{4F10CD1A-3DF0-4038-B86C-E18D4E8BA158}" destId="{90AB95D7-6BBE-4F34-BBB9-F7D12E3D5843}" srcOrd="4" destOrd="0" presId="urn:microsoft.com/office/officeart/2018/5/layout/IconCircleLabelList"/>
    <dgm:cxn modelId="{7AEC20DD-60D3-4A6C-98B8-C3BF6819C7E3}" type="presParOf" srcId="{90AB95D7-6BBE-4F34-BBB9-F7D12E3D5843}" destId="{3202A0E8-401B-4B7F-811C-9DAE6DCFB64F}" srcOrd="0" destOrd="0" presId="urn:microsoft.com/office/officeart/2018/5/layout/IconCircleLabelList"/>
    <dgm:cxn modelId="{03FE51E5-6B0D-445F-A4F3-36BA90D4DFD0}" type="presParOf" srcId="{90AB95D7-6BBE-4F34-BBB9-F7D12E3D5843}" destId="{9BD1471D-22D2-447E-A825-62D097589535}" srcOrd="1" destOrd="0" presId="urn:microsoft.com/office/officeart/2018/5/layout/IconCircleLabelList"/>
    <dgm:cxn modelId="{3B9A3478-6AB5-4AF8-A6C0-BFFB00DFC68C}" type="presParOf" srcId="{90AB95D7-6BBE-4F34-BBB9-F7D12E3D5843}" destId="{0129470E-0F0A-4D8C-9109-8F85938A80F1}" srcOrd="2" destOrd="0" presId="urn:microsoft.com/office/officeart/2018/5/layout/IconCircleLabelList"/>
    <dgm:cxn modelId="{53C8E114-5FF3-4A61-A45B-88C7D8FAE6B3}" type="presParOf" srcId="{90AB95D7-6BBE-4F34-BBB9-F7D12E3D5843}" destId="{A1DFA265-3A4B-46F3-A152-623C7C56462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0F6749B-5E98-4CE6-98FD-B2B16FC0FF4E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EBEB5749-0B24-422E-A0E1-F63DE7CA6EDD}">
      <dgm:prSet/>
      <dgm:spPr/>
      <dgm:t>
        <a:bodyPr/>
        <a:lstStyle/>
        <a:p>
          <a:pPr>
            <a:defRPr cap="all"/>
          </a:pPr>
          <a:r>
            <a:rPr lang="en-US"/>
            <a:t>Architecture multiprocess</a:t>
          </a:r>
        </a:p>
      </dgm:t>
    </dgm:pt>
    <dgm:pt modelId="{3AB8D91C-FBC8-43BB-9F47-D6DC232C6032}" type="parTrans" cxnId="{A1DBDEC9-812B-44C8-8918-9139E5C56C8A}">
      <dgm:prSet/>
      <dgm:spPr/>
      <dgm:t>
        <a:bodyPr/>
        <a:lstStyle/>
        <a:p>
          <a:endParaRPr lang="en-US"/>
        </a:p>
      </dgm:t>
    </dgm:pt>
    <dgm:pt modelId="{94D29DF1-7B28-4F00-A1AB-33092121F3BA}" type="sibTrans" cxnId="{A1DBDEC9-812B-44C8-8918-9139E5C56C8A}">
      <dgm:prSet/>
      <dgm:spPr/>
      <dgm:t>
        <a:bodyPr/>
        <a:lstStyle/>
        <a:p>
          <a:endParaRPr lang="en-US"/>
        </a:p>
      </dgm:t>
    </dgm:pt>
    <dgm:pt modelId="{AE9D1227-93F4-4C45-824D-50FD3A7796BF}">
      <dgm:prSet/>
      <dgm:spPr/>
      <dgm:t>
        <a:bodyPr/>
        <a:lstStyle/>
        <a:p>
          <a:pPr>
            <a:defRPr cap="all"/>
          </a:pPr>
          <a:r>
            <a:rPr lang="en-US"/>
            <a:t>Serveur WebSocket et interface télécommande</a:t>
          </a:r>
        </a:p>
      </dgm:t>
    </dgm:pt>
    <dgm:pt modelId="{A6C71C33-73B9-4F05-A067-2039DC81B2A6}" type="parTrans" cxnId="{8F7977E8-4F44-4742-A825-347B4FBEBDFF}">
      <dgm:prSet/>
      <dgm:spPr/>
      <dgm:t>
        <a:bodyPr/>
        <a:lstStyle/>
        <a:p>
          <a:endParaRPr lang="en-US"/>
        </a:p>
      </dgm:t>
    </dgm:pt>
    <dgm:pt modelId="{E1992564-FDE0-4A1C-A481-E8C486DFE89B}" type="sibTrans" cxnId="{8F7977E8-4F44-4742-A825-347B4FBEBDFF}">
      <dgm:prSet/>
      <dgm:spPr/>
      <dgm:t>
        <a:bodyPr/>
        <a:lstStyle/>
        <a:p>
          <a:endParaRPr lang="en-US"/>
        </a:p>
      </dgm:t>
    </dgm:pt>
    <dgm:pt modelId="{DA474908-B2E2-4B76-9D25-FA49D98CE649}">
      <dgm:prSet/>
      <dgm:spPr/>
      <dgm:t>
        <a:bodyPr/>
        <a:lstStyle/>
        <a:p>
          <a:pPr>
            <a:defRPr cap="all"/>
          </a:pPr>
          <a:r>
            <a:rPr lang="en-US"/>
            <a:t>Affichage Pygame (lobby et jeu)</a:t>
          </a:r>
        </a:p>
      </dgm:t>
    </dgm:pt>
    <dgm:pt modelId="{7A986A6B-6682-4DDA-A39E-09ADF609FDD9}" type="parTrans" cxnId="{10B0F333-5B87-4BC4-8926-BAC57CDCFABE}">
      <dgm:prSet/>
      <dgm:spPr/>
      <dgm:t>
        <a:bodyPr/>
        <a:lstStyle/>
        <a:p>
          <a:endParaRPr lang="en-US"/>
        </a:p>
      </dgm:t>
    </dgm:pt>
    <dgm:pt modelId="{066A3B33-D0C9-41AD-B6A3-C13B46E303AC}" type="sibTrans" cxnId="{10B0F333-5B87-4BC4-8926-BAC57CDCFABE}">
      <dgm:prSet/>
      <dgm:spPr/>
      <dgm:t>
        <a:bodyPr/>
        <a:lstStyle/>
        <a:p>
          <a:endParaRPr lang="en-US"/>
        </a:p>
      </dgm:t>
    </dgm:pt>
    <dgm:pt modelId="{74EC6932-1712-4F15-8550-02B5B3696593}" type="pres">
      <dgm:prSet presAssocID="{70F6749B-5E98-4CE6-98FD-B2B16FC0FF4E}" presName="root" presStyleCnt="0">
        <dgm:presLayoutVars>
          <dgm:dir/>
          <dgm:resizeHandles val="exact"/>
        </dgm:presLayoutVars>
      </dgm:prSet>
      <dgm:spPr/>
    </dgm:pt>
    <dgm:pt modelId="{224CC113-63E5-4948-81A2-5835A3869B2A}" type="pres">
      <dgm:prSet presAssocID="{EBEB5749-0B24-422E-A0E1-F63DE7CA6EDD}" presName="compNode" presStyleCnt="0"/>
      <dgm:spPr/>
    </dgm:pt>
    <dgm:pt modelId="{776139E8-7933-48BF-BA32-C1C1319C34E4}" type="pres">
      <dgm:prSet presAssocID="{EBEB5749-0B24-422E-A0E1-F63DE7CA6EDD}" presName="iconBgRect" presStyleLbl="bgShp" presStyleIdx="0" presStyleCnt="3"/>
      <dgm:spPr/>
    </dgm:pt>
    <dgm:pt modelId="{51339074-AF93-48D5-BE7C-81E37FB00FE9}" type="pres">
      <dgm:prSet presAssocID="{EBEB5749-0B24-422E-A0E1-F63DE7CA6ED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0808FCD2-2DF7-472F-83D0-D0CE2BF82CFE}" type="pres">
      <dgm:prSet presAssocID="{EBEB5749-0B24-422E-A0E1-F63DE7CA6EDD}" presName="spaceRect" presStyleCnt="0"/>
      <dgm:spPr/>
    </dgm:pt>
    <dgm:pt modelId="{9DF7D1BA-7758-487D-900F-9568A3D42646}" type="pres">
      <dgm:prSet presAssocID="{EBEB5749-0B24-422E-A0E1-F63DE7CA6EDD}" presName="textRect" presStyleLbl="revTx" presStyleIdx="0" presStyleCnt="3">
        <dgm:presLayoutVars>
          <dgm:chMax val="1"/>
          <dgm:chPref val="1"/>
        </dgm:presLayoutVars>
      </dgm:prSet>
      <dgm:spPr/>
    </dgm:pt>
    <dgm:pt modelId="{1F5F96D5-3722-4CBB-AE6E-B9A98BF981D9}" type="pres">
      <dgm:prSet presAssocID="{94D29DF1-7B28-4F00-A1AB-33092121F3BA}" presName="sibTrans" presStyleCnt="0"/>
      <dgm:spPr/>
    </dgm:pt>
    <dgm:pt modelId="{CB07A8F3-2ECE-4221-8E66-EBBC2E3FE7D8}" type="pres">
      <dgm:prSet presAssocID="{AE9D1227-93F4-4C45-824D-50FD3A7796BF}" presName="compNode" presStyleCnt="0"/>
      <dgm:spPr/>
    </dgm:pt>
    <dgm:pt modelId="{4A5BD70E-3B0B-430C-A3BE-3C7724998194}" type="pres">
      <dgm:prSet presAssocID="{AE9D1227-93F4-4C45-824D-50FD3A7796BF}" presName="iconBgRect" presStyleLbl="bgShp" presStyleIdx="1" presStyleCnt="3"/>
      <dgm:spPr/>
    </dgm:pt>
    <dgm:pt modelId="{7D8259DD-7904-4F4D-B18C-6845FEC4875A}" type="pres">
      <dgm:prSet presAssocID="{AE9D1227-93F4-4C45-824D-50FD3A7796B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rdinateur"/>
        </a:ext>
      </dgm:extLst>
    </dgm:pt>
    <dgm:pt modelId="{60318565-C0E9-491E-B70B-38DBA3A7DCF4}" type="pres">
      <dgm:prSet presAssocID="{AE9D1227-93F4-4C45-824D-50FD3A7796BF}" presName="spaceRect" presStyleCnt="0"/>
      <dgm:spPr/>
    </dgm:pt>
    <dgm:pt modelId="{CE7F3AEA-013E-4194-AE3F-3CC5E4A5587B}" type="pres">
      <dgm:prSet presAssocID="{AE9D1227-93F4-4C45-824D-50FD3A7796BF}" presName="textRect" presStyleLbl="revTx" presStyleIdx="1" presStyleCnt="3">
        <dgm:presLayoutVars>
          <dgm:chMax val="1"/>
          <dgm:chPref val="1"/>
        </dgm:presLayoutVars>
      </dgm:prSet>
      <dgm:spPr/>
    </dgm:pt>
    <dgm:pt modelId="{3412BF9B-3C74-4103-AAB6-B13FE73485C2}" type="pres">
      <dgm:prSet presAssocID="{E1992564-FDE0-4A1C-A481-E8C486DFE89B}" presName="sibTrans" presStyleCnt="0"/>
      <dgm:spPr/>
    </dgm:pt>
    <dgm:pt modelId="{4E68A7A1-B5BE-4789-BCC7-3B75E726DFE4}" type="pres">
      <dgm:prSet presAssocID="{DA474908-B2E2-4B76-9D25-FA49D98CE649}" presName="compNode" presStyleCnt="0"/>
      <dgm:spPr/>
    </dgm:pt>
    <dgm:pt modelId="{9112B3CE-DE83-4B09-BAAE-FFD31554E157}" type="pres">
      <dgm:prSet presAssocID="{DA474908-B2E2-4B76-9D25-FA49D98CE649}" presName="iconBgRect" presStyleLbl="bgShp" presStyleIdx="2" presStyleCnt="3"/>
      <dgm:spPr/>
    </dgm:pt>
    <dgm:pt modelId="{043ADA0A-87FE-421D-9FE2-A139B28631F8}" type="pres">
      <dgm:prSet presAssocID="{DA474908-B2E2-4B76-9D25-FA49D98CE64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ing Cards"/>
        </a:ext>
      </dgm:extLst>
    </dgm:pt>
    <dgm:pt modelId="{9B225E55-D351-4E99-86C4-7FFC1D998E5F}" type="pres">
      <dgm:prSet presAssocID="{DA474908-B2E2-4B76-9D25-FA49D98CE649}" presName="spaceRect" presStyleCnt="0"/>
      <dgm:spPr/>
    </dgm:pt>
    <dgm:pt modelId="{F4A7D09F-C3F7-4EF9-93FF-5499BC02DAD4}" type="pres">
      <dgm:prSet presAssocID="{DA474908-B2E2-4B76-9D25-FA49D98CE64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4AE9D20-5387-4F9A-BA0C-70A6824BDFD1}" type="presOf" srcId="{AE9D1227-93F4-4C45-824D-50FD3A7796BF}" destId="{CE7F3AEA-013E-4194-AE3F-3CC5E4A5587B}" srcOrd="0" destOrd="0" presId="urn:microsoft.com/office/officeart/2018/5/layout/IconCircleLabelList"/>
    <dgm:cxn modelId="{10B0F333-5B87-4BC4-8926-BAC57CDCFABE}" srcId="{70F6749B-5E98-4CE6-98FD-B2B16FC0FF4E}" destId="{DA474908-B2E2-4B76-9D25-FA49D98CE649}" srcOrd="2" destOrd="0" parTransId="{7A986A6B-6682-4DDA-A39E-09ADF609FDD9}" sibTransId="{066A3B33-D0C9-41AD-B6A3-C13B46E303AC}"/>
    <dgm:cxn modelId="{74FD697C-6E3E-4A38-B644-7041E59DEC88}" type="presOf" srcId="{DA474908-B2E2-4B76-9D25-FA49D98CE649}" destId="{F4A7D09F-C3F7-4EF9-93FF-5499BC02DAD4}" srcOrd="0" destOrd="0" presId="urn:microsoft.com/office/officeart/2018/5/layout/IconCircleLabelList"/>
    <dgm:cxn modelId="{A9447B9F-0920-49C1-8BE1-D14A711B2EBB}" type="presOf" srcId="{EBEB5749-0B24-422E-A0E1-F63DE7CA6EDD}" destId="{9DF7D1BA-7758-487D-900F-9568A3D42646}" srcOrd="0" destOrd="0" presId="urn:microsoft.com/office/officeart/2018/5/layout/IconCircleLabelList"/>
    <dgm:cxn modelId="{AF8090C1-B9F2-45D6-8BF8-36A5C66366C6}" type="presOf" srcId="{70F6749B-5E98-4CE6-98FD-B2B16FC0FF4E}" destId="{74EC6932-1712-4F15-8550-02B5B3696593}" srcOrd="0" destOrd="0" presId="urn:microsoft.com/office/officeart/2018/5/layout/IconCircleLabelList"/>
    <dgm:cxn modelId="{A1DBDEC9-812B-44C8-8918-9139E5C56C8A}" srcId="{70F6749B-5E98-4CE6-98FD-B2B16FC0FF4E}" destId="{EBEB5749-0B24-422E-A0E1-F63DE7CA6EDD}" srcOrd="0" destOrd="0" parTransId="{3AB8D91C-FBC8-43BB-9F47-D6DC232C6032}" sibTransId="{94D29DF1-7B28-4F00-A1AB-33092121F3BA}"/>
    <dgm:cxn modelId="{8F7977E8-4F44-4742-A825-347B4FBEBDFF}" srcId="{70F6749B-5E98-4CE6-98FD-B2B16FC0FF4E}" destId="{AE9D1227-93F4-4C45-824D-50FD3A7796BF}" srcOrd="1" destOrd="0" parTransId="{A6C71C33-73B9-4F05-A067-2039DC81B2A6}" sibTransId="{E1992564-FDE0-4A1C-A481-E8C486DFE89B}"/>
    <dgm:cxn modelId="{D3675B4D-43E5-412C-A8D4-321185A1EEE5}" type="presParOf" srcId="{74EC6932-1712-4F15-8550-02B5B3696593}" destId="{224CC113-63E5-4948-81A2-5835A3869B2A}" srcOrd="0" destOrd="0" presId="urn:microsoft.com/office/officeart/2018/5/layout/IconCircleLabelList"/>
    <dgm:cxn modelId="{8E44C83E-33E5-4932-A4F3-F2532A475E2B}" type="presParOf" srcId="{224CC113-63E5-4948-81A2-5835A3869B2A}" destId="{776139E8-7933-48BF-BA32-C1C1319C34E4}" srcOrd="0" destOrd="0" presId="urn:microsoft.com/office/officeart/2018/5/layout/IconCircleLabelList"/>
    <dgm:cxn modelId="{D9E7D8CD-03F3-4CD1-804F-950689F03B7F}" type="presParOf" srcId="{224CC113-63E5-4948-81A2-5835A3869B2A}" destId="{51339074-AF93-48D5-BE7C-81E37FB00FE9}" srcOrd="1" destOrd="0" presId="urn:microsoft.com/office/officeart/2018/5/layout/IconCircleLabelList"/>
    <dgm:cxn modelId="{CE498B0D-8CFD-43EB-81F6-A7906852B93A}" type="presParOf" srcId="{224CC113-63E5-4948-81A2-5835A3869B2A}" destId="{0808FCD2-2DF7-472F-83D0-D0CE2BF82CFE}" srcOrd="2" destOrd="0" presId="urn:microsoft.com/office/officeart/2018/5/layout/IconCircleLabelList"/>
    <dgm:cxn modelId="{DEADA226-960C-4D18-A123-CEBA0854AA3D}" type="presParOf" srcId="{224CC113-63E5-4948-81A2-5835A3869B2A}" destId="{9DF7D1BA-7758-487D-900F-9568A3D42646}" srcOrd="3" destOrd="0" presId="urn:microsoft.com/office/officeart/2018/5/layout/IconCircleLabelList"/>
    <dgm:cxn modelId="{1A8F17BC-506D-4615-842E-4A5B2BF8420F}" type="presParOf" srcId="{74EC6932-1712-4F15-8550-02B5B3696593}" destId="{1F5F96D5-3722-4CBB-AE6E-B9A98BF981D9}" srcOrd="1" destOrd="0" presId="urn:microsoft.com/office/officeart/2018/5/layout/IconCircleLabelList"/>
    <dgm:cxn modelId="{33980169-29B9-4E5D-AB31-0D562B6745AD}" type="presParOf" srcId="{74EC6932-1712-4F15-8550-02B5B3696593}" destId="{CB07A8F3-2ECE-4221-8E66-EBBC2E3FE7D8}" srcOrd="2" destOrd="0" presId="urn:microsoft.com/office/officeart/2018/5/layout/IconCircleLabelList"/>
    <dgm:cxn modelId="{4F5BB195-A01E-481A-85E9-8B43914D6D78}" type="presParOf" srcId="{CB07A8F3-2ECE-4221-8E66-EBBC2E3FE7D8}" destId="{4A5BD70E-3B0B-430C-A3BE-3C7724998194}" srcOrd="0" destOrd="0" presId="urn:microsoft.com/office/officeart/2018/5/layout/IconCircleLabelList"/>
    <dgm:cxn modelId="{46B3CFAE-440F-4B12-B753-FC720FFEB9BA}" type="presParOf" srcId="{CB07A8F3-2ECE-4221-8E66-EBBC2E3FE7D8}" destId="{7D8259DD-7904-4F4D-B18C-6845FEC4875A}" srcOrd="1" destOrd="0" presId="urn:microsoft.com/office/officeart/2018/5/layout/IconCircleLabelList"/>
    <dgm:cxn modelId="{CB585551-BA7A-404C-9310-B674D77989AF}" type="presParOf" srcId="{CB07A8F3-2ECE-4221-8E66-EBBC2E3FE7D8}" destId="{60318565-C0E9-491E-B70B-38DBA3A7DCF4}" srcOrd="2" destOrd="0" presId="urn:microsoft.com/office/officeart/2018/5/layout/IconCircleLabelList"/>
    <dgm:cxn modelId="{A715D12F-0697-4077-80E4-6D1E2C01F3A7}" type="presParOf" srcId="{CB07A8F3-2ECE-4221-8E66-EBBC2E3FE7D8}" destId="{CE7F3AEA-013E-4194-AE3F-3CC5E4A5587B}" srcOrd="3" destOrd="0" presId="urn:microsoft.com/office/officeart/2018/5/layout/IconCircleLabelList"/>
    <dgm:cxn modelId="{A330C778-6EBA-42EB-B07D-F583BD70A6ED}" type="presParOf" srcId="{74EC6932-1712-4F15-8550-02B5B3696593}" destId="{3412BF9B-3C74-4103-AAB6-B13FE73485C2}" srcOrd="3" destOrd="0" presId="urn:microsoft.com/office/officeart/2018/5/layout/IconCircleLabelList"/>
    <dgm:cxn modelId="{6F7A5401-D002-4F0A-A5F2-68B2721DE9F5}" type="presParOf" srcId="{74EC6932-1712-4F15-8550-02B5B3696593}" destId="{4E68A7A1-B5BE-4789-BCC7-3B75E726DFE4}" srcOrd="4" destOrd="0" presId="urn:microsoft.com/office/officeart/2018/5/layout/IconCircleLabelList"/>
    <dgm:cxn modelId="{B510ACE5-8F39-4C0C-81C2-5ABB42274207}" type="presParOf" srcId="{4E68A7A1-B5BE-4789-BCC7-3B75E726DFE4}" destId="{9112B3CE-DE83-4B09-BAAE-FFD31554E157}" srcOrd="0" destOrd="0" presId="urn:microsoft.com/office/officeart/2018/5/layout/IconCircleLabelList"/>
    <dgm:cxn modelId="{DE6E56CA-0DE6-417D-AF8C-0053AD026FE7}" type="presParOf" srcId="{4E68A7A1-B5BE-4789-BCC7-3B75E726DFE4}" destId="{043ADA0A-87FE-421D-9FE2-A139B28631F8}" srcOrd="1" destOrd="0" presId="urn:microsoft.com/office/officeart/2018/5/layout/IconCircleLabelList"/>
    <dgm:cxn modelId="{AE2FD9D5-CAB4-4EF9-9779-00D8735F873A}" type="presParOf" srcId="{4E68A7A1-B5BE-4789-BCC7-3B75E726DFE4}" destId="{9B225E55-D351-4E99-86C4-7FFC1D998E5F}" srcOrd="2" destOrd="0" presId="urn:microsoft.com/office/officeart/2018/5/layout/IconCircleLabelList"/>
    <dgm:cxn modelId="{86910E5C-45B9-40CA-9734-A5856F503ECE}" type="presParOf" srcId="{4E68A7A1-B5BE-4789-BCC7-3B75E726DFE4}" destId="{F4A7D09F-C3F7-4EF9-93FF-5499BC02DAD4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B901857-5012-4CA4-933A-E59BD568ACD4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9947E24-5882-47BC-AFE3-62DC056D6987}">
      <dgm:prSet/>
      <dgm:spPr/>
      <dgm:t>
        <a:bodyPr/>
        <a:lstStyle/>
        <a:p>
          <a:r>
            <a:rPr lang="en-US"/>
            <a:t>Passion pour les jeux multijoueur</a:t>
          </a:r>
        </a:p>
      </dgm:t>
    </dgm:pt>
    <dgm:pt modelId="{A1E43F39-A44D-482C-A9B2-84A822F38635}" type="parTrans" cxnId="{502359DE-D0A0-477B-855F-02E84752108D}">
      <dgm:prSet/>
      <dgm:spPr/>
      <dgm:t>
        <a:bodyPr/>
        <a:lstStyle/>
        <a:p>
          <a:endParaRPr lang="en-US"/>
        </a:p>
      </dgm:t>
    </dgm:pt>
    <dgm:pt modelId="{E739F749-C5DC-4900-AAC2-4DB6B060ADB1}" type="sibTrans" cxnId="{502359DE-D0A0-477B-855F-02E84752108D}">
      <dgm:prSet/>
      <dgm:spPr/>
      <dgm:t>
        <a:bodyPr/>
        <a:lstStyle/>
        <a:p>
          <a:endParaRPr lang="en-US"/>
        </a:p>
      </dgm:t>
    </dgm:pt>
    <dgm:pt modelId="{E6049FFE-9BE4-4E30-8746-FE3D24D4FEBD}">
      <dgm:prSet/>
      <dgm:spPr/>
      <dgm:t>
        <a:bodyPr/>
        <a:lstStyle/>
        <a:p>
          <a:r>
            <a:rPr lang="en-US"/>
            <a:t>Envie de maîtriser Pygame et WebSocket</a:t>
          </a:r>
        </a:p>
      </dgm:t>
    </dgm:pt>
    <dgm:pt modelId="{769C658C-5DA6-4FE8-B17E-4D7967FB65C8}" type="parTrans" cxnId="{084FF44A-6C8A-490D-9A1A-7FD121A19B15}">
      <dgm:prSet/>
      <dgm:spPr/>
      <dgm:t>
        <a:bodyPr/>
        <a:lstStyle/>
        <a:p>
          <a:endParaRPr lang="en-US"/>
        </a:p>
      </dgm:t>
    </dgm:pt>
    <dgm:pt modelId="{E8A33573-D989-4F2B-80AE-CC92CC098014}" type="sibTrans" cxnId="{084FF44A-6C8A-490D-9A1A-7FD121A19B15}">
      <dgm:prSet/>
      <dgm:spPr/>
      <dgm:t>
        <a:bodyPr/>
        <a:lstStyle/>
        <a:p>
          <a:endParaRPr lang="en-US"/>
        </a:p>
      </dgm:t>
    </dgm:pt>
    <dgm:pt modelId="{3A07E4FE-6CE6-41AD-86CC-4BBA0A419747}">
      <dgm:prSet/>
      <dgm:spPr/>
      <dgm:t>
        <a:bodyPr/>
        <a:lstStyle/>
        <a:p>
          <a:r>
            <a:rPr lang="en-US"/>
            <a:t>Challenge technique intéressant</a:t>
          </a:r>
        </a:p>
      </dgm:t>
    </dgm:pt>
    <dgm:pt modelId="{5BBD9A6C-27B0-4EF3-9F65-0292F311DADA}" type="parTrans" cxnId="{6726D139-D7F8-4458-A999-BE633B9C5C72}">
      <dgm:prSet/>
      <dgm:spPr/>
      <dgm:t>
        <a:bodyPr/>
        <a:lstStyle/>
        <a:p>
          <a:endParaRPr lang="en-US"/>
        </a:p>
      </dgm:t>
    </dgm:pt>
    <dgm:pt modelId="{781E76D3-D970-4DD2-A776-985FF91BD5EC}" type="sibTrans" cxnId="{6726D139-D7F8-4458-A999-BE633B9C5C72}">
      <dgm:prSet/>
      <dgm:spPr/>
      <dgm:t>
        <a:bodyPr/>
        <a:lstStyle/>
        <a:p>
          <a:endParaRPr lang="en-US"/>
        </a:p>
      </dgm:t>
    </dgm:pt>
    <dgm:pt modelId="{43501B19-43D9-4046-9B6D-CD8F489458BB}" type="pres">
      <dgm:prSet presAssocID="{0B901857-5012-4CA4-933A-E59BD568ACD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5269B5C-CD83-4C40-8B96-88EE072B8579}" type="pres">
      <dgm:prSet presAssocID="{C9947E24-5882-47BC-AFE3-62DC056D6987}" presName="hierRoot1" presStyleCnt="0"/>
      <dgm:spPr/>
    </dgm:pt>
    <dgm:pt modelId="{E55DA35A-BF97-734E-81C4-3FF985915112}" type="pres">
      <dgm:prSet presAssocID="{C9947E24-5882-47BC-AFE3-62DC056D6987}" presName="composite" presStyleCnt="0"/>
      <dgm:spPr/>
    </dgm:pt>
    <dgm:pt modelId="{624B817F-6EDC-D746-B022-C69E541CC860}" type="pres">
      <dgm:prSet presAssocID="{C9947E24-5882-47BC-AFE3-62DC056D6987}" presName="background" presStyleLbl="node0" presStyleIdx="0" presStyleCnt="3"/>
      <dgm:spPr/>
    </dgm:pt>
    <dgm:pt modelId="{3451D9C4-ECB3-814D-999D-4ECBB8502F6C}" type="pres">
      <dgm:prSet presAssocID="{C9947E24-5882-47BC-AFE3-62DC056D6987}" presName="text" presStyleLbl="fgAcc0" presStyleIdx="0" presStyleCnt="3">
        <dgm:presLayoutVars>
          <dgm:chPref val="3"/>
        </dgm:presLayoutVars>
      </dgm:prSet>
      <dgm:spPr/>
    </dgm:pt>
    <dgm:pt modelId="{52C04B79-742E-034E-9B4A-849E1FBF9C80}" type="pres">
      <dgm:prSet presAssocID="{C9947E24-5882-47BC-AFE3-62DC056D6987}" presName="hierChild2" presStyleCnt="0"/>
      <dgm:spPr/>
    </dgm:pt>
    <dgm:pt modelId="{D6467810-44F5-E044-AA7F-D3417BF35104}" type="pres">
      <dgm:prSet presAssocID="{E6049FFE-9BE4-4E30-8746-FE3D24D4FEBD}" presName="hierRoot1" presStyleCnt="0"/>
      <dgm:spPr/>
    </dgm:pt>
    <dgm:pt modelId="{8266870D-7E8A-F14A-B150-508631B3EF70}" type="pres">
      <dgm:prSet presAssocID="{E6049FFE-9BE4-4E30-8746-FE3D24D4FEBD}" presName="composite" presStyleCnt="0"/>
      <dgm:spPr/>
    </dgm:pt>
    <dgm:pt modelId="{BD0F7549-4665-9348-9275-1125BEFE6BD2}" type="pres">
      <dgm:prSet presAssocID="{E6049FFE-9BE4-4E30-8746-FE3D24D4FEBD}" presName="background" presStyleLbl="node0" presStyleIdx="1" presStyleCnt="3"/>
      <dgm:spPr/>
    </dgm:pt>
    <dgm:pt modelId="{6BAB5655-120F-AE46-B1B3-44D1029E1720}" type="pres">
      <dgm:prSet presAssocID="{E6049FFE-9BE4-4E30-8746-FE3D24D4FEBD}" presName="text" presStyleLbl="fgAcc0" presStyleIdx="1" presStyleCnt="3">
        <dgm:presLayoutVars>
          <dgm:chPref val="3"/>
        </dgm:presLayoutVars>
      </dgm:prSet>
      <dgm:spPr/>
    </dgm:pt>
    <dgm:pt modelId="{7B220E39-68FE-A24C-BEC6-9A48D56F75AC}" type="pres">
      <dgm:prSet presAssocID="{E6049FFE-9BE4-4E30-8746-FE3D24D4FEBD}" presName="hierChild2" presStyleCnt="0"/>
      <dgm:spPr/>
    </dgm:pt>
    <dgm:pt modelId="{340B481C-E472-6C4E-8C9C-47A7F158067F}" type="pres">
      <dgm:prSet presAssocID="{3A07E4FE-6CE6-41AD-86CC-4BBA0A419747}" presName="hierRoot1" presStyleCnt="0"/>
      <dgm:spPr/>
    </dgm:pt>
    <dgm:pt modelId="{522D65A3-AB63-664A-A320-E1163979D95E}" type="pres">
      <dgm:prSet presAssocID="{3A07E4FE-6CE6-41AD-86CC-4BBA0A419747}" presName="composite" presStyleCnt="0"/>
      <dgm:spPr/>
    </dgm:pt>
    <dgm:pt modelId="{FBAF0538-5AA5-BD40-970C-BB1418F3C069}" type="pres">
      <dgm:prSet presAssocID="{3A07E4FE-6CE6-41AD-86CC-4BBA0A419747}" presName="background" presStyleLbl="node0" presStyleIdx="2" presStyleCnt="3"/>
      <dgm:spPr/>
    </dgm:pt>
    <dgm:pt modelId="{A917A1D1-62A1-A047-9BE6-8D50B91E7700}" type="pres">
      <dgm:prSet presAssocID="{3A07E4FE-6CE6-41AD-86CC-4BBA0A419747}" presName="text" presStyleLbl="fgAcc0" presStyleIdx="2" presStyleCnt="3">
        <dgm:presLayoutVars>
          <dgm:chPref val="3"/>
        </dgm:presLayoutVars>
      </dgm:prSet>
      <dgm:spPr/>
    </dgm:pt>
    <dgm:pt modelId="{EC685E15-3D63-8046-934A-31451F952F4F}" type="pres">
      <dgm:prSet presAssocID="{3A07E4FE-6CE6-41AD-86CC-4BBA0A419747}" presName="hierChild2" presStyleCnt="0"/>
      <dgm:spPr/>
    </dgm:pt>
  </dgm:ptLst>
  <dgm:cxnLst>
    <dgm:cxn modelId="{D3A15C18-6788-BF4D-8D50-B8CC0451E8FE}" type="presOf" srcId="{C9947E24-5882-47BC-AFE3-62DC056D6987}" destId="{3451D9C4-ECB3-814D-999D-4ECBB8502F6C}" srcOrd="0" destOrd="0" presId="urn:microsoft.com/office/officeart/2005/8/layout/hierarchy1"/>
    <dgm:cxn modelId="{6726D139-D7F8-4458-A999-BE633B9C5C72}" srcId="{0B901857-5012-4CA4-933A-E59BD568ACD4}" destId="{3A07E4FE-6CE6-41AD-86CC-4BBA0A419747}" srcOrd="2" destOrd="0" parTransId="{5BBD9A6C-27B0-4EF3-9F65-0292F311DADA}" sibTransId="{781E76D3-D970-4DD2-A776-985FF91BD5EC}"/>
    <dgm:cxn modelId="{CFE6FC3E-322C-E947-A6A2-0D847C3C4EBD}" type="presOf" srcId="{3A07E4FE-6CE6-41AD-86CC-4BBA0A419747}" destId="{A917A1D1-62A1-A047-9BE6-8D50B91E7700}" srcOrd="0" destOrd="0" presId="urn:microsoft.com/office/officeart/2005/8/layout/hierarchy1"/>
    <dgm:cxn modelId="{084FF44A-6C8A-490D-9A1A-7FD121A19B15}" srcId="{0B901857-5012-4CA4-933A-E59BD568ACD4}" destId="{E6049FFE-9BE4-4E30-8746-FE3D24D4FEBD}" srcOrd="1" destOrd="0" parTransId="{769C658C-5DA6-4FE8-B17E-4D7967FB65C8}" sibTransId="{E8A33573-D989-4F2B-80AE-CC92CC098014}"/>
    <dgm:cxn modelId="{E800BC67-745F-6140-AEF4-B0262A5AD363}" type="presOf" srcId="{0B901857-5012-4CA4-933A-E59BD568ACD4}" destId="{43501B19-43D9-4046-9B6D-CD8F489458BB}" srcOrd="0" destOrd="0" presId="urn:microsoft.com/office/officeart/2005/8/layout/hierarchy1"/>
    <dgm:cxn modelId="{CA7EE9D8-8096-CA45-B67A-84FA6C9A36CB}" type="presOf" srcId="{E6049FFE-9BE4-4E30-8746-FE3D24D4FEBD}" destId="{6BAB5655-120F-AE46-B1B3-44D1029E1720}" srcOrd="0" destOrd="0" presId="urn:microsoft.com/office/officeart/2005/8/layout/hierarchy1"/>
    <dgm:cxn modelId="{502359DE-D0A0-477B-855F-02E84752108D}" srcId="{0B901857-5012-4CA4-933A-E59BD568ACD4}" destId="{C9947E24-5882-47BC-AFE3-62DC056D6987}" srcOrd="0" destOrd="0" parTransId="{A1E43F39-A44D-482C-A9B2-84A822F38635}" sibTransId="{E739F749-C5DC-4900-AAC2-4DB6B060ADB1}"/>
    <dgm:cxn modelId="{047FF6AD-320F-0F4C-8F7E-3B0F560290CE}" type="presParOf" srcId="{43501B19-43D9-4046-9B6D-CD8F489458BB}" destId="{E5269B5C-CD83-4C40-8B96-88EE072B8579}" srcOrd="0" destOrd="0" presId="urn:microsoft.com/office/officeart/2005/8/layout/hierarchy1"/>
    <dgm:cxn modelId="{C9B58E06-9AEE-9947-9059-406DE846D200}" type="presParOf" srcId="{E5269B5C-CD83-4C40-8B96-88EE072B8579}" destId="{E55DA35A-BF97-734E-81C4-3FF985915112}" srcOrd="0" destOrd="0" presId="urn:microsoft.com/office/officeart/2005/8/layout/hierarchy1"/>
    <dgm:cxn modelId="{7330B725-3996-9641-99B8-63C840FF3F71}" type="presParOf" srcId="{E55DA35A-BF97-734E-81C4-3FF985915112}" destId="{624B817F-6EDC-D746-B022-C69E541CC860}" srcOrd="0" destOrd="0" presId="urn:microsoft.com/office/officeart/2005/8/layout/hierarchy1"/>
    <dgm:cxn modelId="{ED36029A-654D-5341-B63F-63E52AEB9E33}" type="presParOf" srcId="{E55DA35A-BF97-734E-81C4-3FF985915112}" destId="{3451D9C4-ECB3-814D-999D-4ECBB8502F6C}" srcOrd="1" destOrd="0" presId="urn:microsoft.com/office/officeart/2005/8/layout/hierarchy1"/>
    <dgm:cxn modelId="{2FD8D3E2-EE05-B143-AA8F-39CE473922D5}" type="presParOf" srcId="{E5269B5C-CD83-4C40-8B96-88EE072B8579}" destId="{52C04B79-742E-034E-9B4A-849E1FBF9C80}" srcOrd="1" destOrd="0" presId="urn:microsoft.com/office/officeart/2005/8/layout/hierarchy1"/>
    <dgm:cxn modelId="{3C2456B9-3F51-F441-B70B-AA35681F76C5}" type="presParOf" srcId="{43501B19-43D9-4046-9B6D-CD8F489458BB}" destId="{D6467810-44F5-E044-AA7F-D3417BF35104}" srcOrd="1" destOrd="0" presId="urn:microsoft.com/office/officeart/2005/8/layout/hierarchy1"/>
    <dgm:cxn modelId="{5233B7CE-E217-2847-8445-C849B88E8432}" type="presParOf" srcId="{D6467810-44F5-E044-AA7F-D3417BF35104}" destId="{8266870D-7E8A-F14A-B150-508631B3EF70}" srcOrd="0" destOrd="0" presId="urn:microsoft.com/office/officeart/2005/8/layout/hierarchy1"/>
    <dgm:cxn modelId="{1052AD79-679F-1C47-95B2-6CB39A88F25E}" type="presParOf" srcId="{8266870D-7E8A-F14A-B150-508631B3EF70}" destId="{BD0F7549-4665-9348-9275-1125BEFE6BD2}" srcOrd="0" destOrd="0" presId="urn:microsoft.com/office/officeart/2005/8/layout/hierarchy1"/>
    <dgm:cxn modelId="{8BE7CE3F-A71B-114D-9065-C449B788A4BB}" type="presParOf" srcId="{8266870D-7E8A-F14A-B150-508631B3EF70}" destId="{6BAB5655-120F-AE46-B1B3-44D1029E1720}" srcOrd="1" destOrd="0" presId="urn:microsoft.com/office/officeart/2005/8/layout/hierarchy1"/>
    <dgm:cxn modelId="{D317B9C6-343F-D340-B861-BAA5C3053C84}" type="presParOf" srcId="{D6467810-44F5-E044-AA7F-D3417BF35104}" destId="{7B220E39-68FE-A24C-BEC6-9A48D56F75AC}" srcOrd="1" destOrd="0" presId="urn:microsoft.com/office/officeart/2005/8/layout/hierarchy1"/>
    <dgm:cxn modelId="{D4C82462-E11E-114E-91AF-97DF654275DF}" type="presParOf" srcId="{43501B19-43D9-4046-9B6D-CD8F489458BB}" destId="{340B481C-E472-6C4E-8C9C-47A7F158067F}" srcOrd="2" destOrd="0" presId="urn:microsoft.com/office/officeart/2005/8/layout/hierarchy1"/>
    <dgm:cxn modelId="{981BDDA8-643E-5845-B255-110155FC8C5F}" type="presParOf" srcId="{340B481C-E472-6C4E-8C9C-47A7F158067F}" destId="{522D65A3-AB63-664A-A320-E1163979D95E}" srcOrd="0" destOrd="0" presId="urn:microsoft.com/office/officeart/2005/8/layout/hierarchy1"/>
    <dgm:cxn modelId="{2A7C6F39-9720-E44A-A281-5677C154F1D2}" type="presParOf" srcId="{522D65A3-AB63-664A-A320-E1163979D95E}" destId="{FBAF0538-5AA5-BD40-970C-BB1418F3C069}" srcOrd="0" destOrd="0" presId="urn:microsoft.com/office/officeart/2005/8/layout/hierarchy1"/>
    <dgm:cxn modelId="{46500E65-5290-CD48-A7F2-2684958D0113}" type="presParOf" srcId="{522D65A3-AB63-664A-A320-E1163979D95E}" destId="{A917A1D1-62A1-A047-9BE6-8D50B91E7700}" srcOrd="1" destOrd="0" presId="urn:microsoft.com/office/officeart/2005/8/layout/hierarchy1"/>
    <dgm:cxn modelId="{A5F509C4-5F99-CB44-919F-59A0BECD658F}" type="presParOf" srcId="{340B481C-E472-6C4E-8C9C-47A7F158067F}" destId="{EC685E15-3D63-8046-934A-31451F952F4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660E25B-2A69-40F3-B9D8-F235CD6662A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33F2BB5-8971-4182-966C-6AED6067E692}">
      <dgm:prSet/>
      <dgm:spPr/>
      <dgm:t>
        <a:bodyPr/>
        <a:lstStyle/>
        <a:p>
          <a:r>
            <a:rPr lang="en-US"/>
            <a:t>Sprint 1 : Base lobby et connexion</a:t>
          </a:r>
        </a:p>
      </dgm:t>
    </dgm:pt>
    <dgm:pt modelId="{91D0B56E-15F4-44A9-9C7B-5038E46B4A49}" type="parTrans" cxnId="{AE31CC90-B074-43F4-A981-95DDE0454D23}">
      <dgm:prSet/>
      <dgm:spPr/>
      <dgm:t>
        <a:bodyPr/>
        <a:lstStyle/>
        <a:p>
          <a:endParaRPr lang="en-US"/>
        </a:p>
      </dgm:t>
    </dgm:pt>
    <dgm:pt modelId="{9A41B8B5-BD78-4643-8634-628217AF10A9}" type="sibTrans" cxnId="{AE31CC90-B074-43F4-A981-95DDE0454D23}">
      <dgm:prSet/>
      <dgm:spPr/>
      <dgm:t>
        <a:bodyPr/>
        <a:lstStyle/>
        <a:p>
          <a:endParaRPr lang="en-US"/>
        </a:p>
      </dgm:t>
    </dgm:pt>
    <dgm:pt modelId="{FBABACF4-0042-4101-9E74-D396418A9474}">
      <dgm:prSet/>
      <dgm:spPr/>
      <dgm:t>
        <a:bodyPr/>
        <a:lstStyle/>
        <a:p>
          <a:r>
            <a:rPr lang="en-US"/>
            <a:t>Sprint 2 : Mécanique</a:t>
          </a:r>
        </a:p>
      </dgm:t>
    </dgm:pt>
    <dgm:pt modelId="{80E7329C-B58B-420E-93B9-8F4231A8332E}" type="parTrans" cxnId="{90CC9996-8ADB-4D5F-8A4F-47A6CBA31059}">
      <dgm:prSet/>
      <dgm:spPr/>
      <dgm:t>
        <a:bodyPr/>
        <a:lstStyle/>
        <a:p>
          <a:endParaRPr lang="en-US"/>
        </a:p>
      </dgm:t>
    </dgm:pt>
    <dgm:pt modelId="{E055823F-2471-4269-8C32-6D92258479AF}" type="sibTrans" cxnId="{90CC9996-8ADB-4D5F-8A4F-47A6CBA31059}">
      <dgm:prSet/>
      <dgm:spPr/>
      <dgm:t>
        <a:bodyPr/>
        <a:lstStyle/>
        <a:p>
          <a:endParaRPr lang="en-US"/>
        </a:p>
      </dgm:t>
    </dgm:pt>
    <dgm:pt modelId="{32A2D2E8-91A6-4232-AB6A-56D35894232B}">
      <dgm:prSet/>
      <dgm:spPr/>
      <dgm:t>
        <a:bodyPr/>
        <a:lstStyle/>
        <a:p>
          <a:r>
            <a:rPr lang="fr-FR"/>
            <a:t>Sprint 3 : Optimisations &amp; UI</a:t>
          </a:r>
          <a:endParaRPr lang="en-US"/>
        </a:p>
      </dgm:t>
    </dgm:pt>
    <dgm:pt modelId="{A7656606-0FA2-4709-BCF0-A6F27C93F217}" type="parTrans" cxnId="{2D381DAF-9864-46C4-AD4F-AEBD179F7A5C}">
      <dgm:prSet/>
      <dgm:spPr/>
      <dgm:t>
        <a:bodyPr/>
        <a:lstStyle/>
        <a:p>
          <a:endParaRPr lang="en-US"/>
        </a:p>
      </dgm:t>
    </dgm:pt>
    <dgm:pt modelId="{30350ADC-4D95-44B2-9538-00AA09B30512}" type="sibTrans" cxnId="{2D381DAF-9864-46C4-AD4F-AEBD179F7A5C}">
      <dgm:prSet/>
      <dgm:spPr/>
      <dgm:t>
        <a:bodyPr/>
        <a:lstStyle/>
        <a:p>
          <a:endParaRPr lang="en-US"/>
        </a:p>
      </dgm:t>
    </dgm:pt>
    <dgm:pt modelId="{5C5DA177-3835-4FAB-8C70-3F5CD28BAE92}" type="pres">
      <dgm:prSet presAssocID="{9660E25B-2A69-40F3-B9D8-F235CD6662A2}" presName="root" presStyleCnt="0">
        <dgm:presLayoutVars>
          <dgm:dir/>
          <dgm:resizeHandles val="exact"/>
        </dgm:presLayoutVars>
      </dgm:prSet>
      <dgm:spPr/>
    </dgm:pt>
    <dgm:pt modelId="{4818140A-CE2A-42B6-9F3B-65153602711A}" type="pres">
      <dgm:prSet presAssocID="{133F2BB5-8971-4182-966C-6AED6067E692}" presName="compNode" presStyleCnt="0"/>
      <dgm:spPr/>
    </dgm:pt>
    <dgm:pt modelId="{AF5771C7-F4E2-4ACB-8666-1DD314DBD914}" type="pres">
      <dgm:prSet presAssocID="{133F2BB5-8971-4182-966C-6AED6067E692}" presName="bgRect" presStyleLbl="bgShp" presStyleIdx="0" presStyleCnt="3"/>
      <dgm:spPr/>
    </dgm:pt>
    <dgm:pt modelId="{1FA42FB4-965E-490E-BEA6-865DA804FBB0}" type="pres">
      <dgm:prSet presAssocID="{133F2BB5-8971-4182-966C-6AED6067E69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tilisateur"/>
        </a:ext>
      </dgm:extLst>
    </dgm:pt>
    <dgm:pt modelId="{A9EB7359-2677-4097-A3A1-959BEC7298A8}" type="pres">
      <dgm:prSet presAssocID="{133F2BB5-8971-4182-966C-6AED6067E692}" presName="spaceRect" presStyleCnt="0"/>
      <dgm:spPr/>
    </dgm:pt>
    <dgm:pt modelId="{3EF9546F-2F1F-4302-B316-8299C839479E}" type="pres">
      <dgm:prSet presAssocID="{133F2BB5-8971-4182-966C-6AED6067E692}" presName="parTx" presStyleLbl="revTx" presStyleIdx="0" presStyleCnt="3">
        <dgm:presLayoutVars>
          <dgm:chMax val="0"/>
          <dgm:chPref val="0"/>
        </dgm:presLayoutVars>
      </dgm:prSet>
      <dgm:spPr/>
    </dgm:pt>
    <dgm:pt modelId="{649D29C6-4464-446B-AD51-883617C18D39}" type="pres">
      <dgm:prSet presAssocID="{9A41B8B5-BD78-4643-8634-628217AF10A9}" presName="sibTrans" presStyleCnt="0"/>
      <dgm:spPr/>
    </dgm:pt>
    <dgm:pt modelId="{544F659C-C612-4C83-A532-E855A9A1258D}" type="pres">
      <dgm:prSet presAssocID="{FBABACF4-0042-4101-9E74-D396418A9474}" presName="compNode" presStyleCnt="0"/>
      <dgm:spPr/>
    </dgm:pt>
    <dgm:pt modelId="{691128C8-2816-43EA-8838-792695967FDA}" type="pres">
      <dgm:prSet presAssocID="{FBABACF4-0042-4101-9E74-D396418A9474}" presName="bgRect" presStyleLbl="bgShp" presStyleIdx="1" presStyleCnt="3"/>
      <dgm:spPr/>
    </dgm:pt>
    <dgm:pt modelId="{DB62502B-1B4C-4A79-83C5-C906006BAC0F}" type="pres">
      <dgm:prSet presAssocID="{FBABACF4-0042-4101-9E74-D396418A947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enages"/>
        </a:ext>
      </dgm:extLst>
    </dgm:pt>
    <dgm:pt modelId="{7BDDBEA5-AFEC-420D-9005-B184CEFD4DA0}" type="pres">
      <dgm:prSet presAssocID="{FBABACF4-0042-4101-9E74-D396418A9474}" presName="spaceRect" presStyleCnt="0"/>
      <dgm:spPr/>
    </dgm:pt>
    <dgm:pt modelId="{9697A14E-6204-4CA8-BCEA-2B936DBAF55A}" type="pres">
      <dgm:prSet presAssocID="{FBABACF4-0042-4101-9E74-D396418A9474}" presName="parTx" presStyleLbl="revTx" presStyleIdx="1" presStyleCnt="3">
        <dgm:presLayoutVars>
          <dgm:chMax val="0"/>
          <dgm:chPref val="0"/>
        </dgm:presLayoutVars>
      </dgm:prSet>
      <dgm:spPr/>
    </dgm:pt>
    <dgm:pt modelId="{59A6C3D3-837C-4CA8-8669-B2EFD2287995}" type="pres">
      <dgm:prSet presAssocID="{E055823F-2471-4269-8C32-6D92258479AF}" presName="sibTrans" presStyleCnt="0"/>
      <dgm:spPr/>
    </dgm:pt>
    <dgm:pt modelId="{3A711BE9-4CC6-4586-BD6D-F24E53CEA138}" type="pres">
      <dgm:prSet presAssocID="{32A2D2E8-91A6-4232-AB6A-56D35894232B}" presName="compNode" presStyleCnt="0"/>
      <dgm:spPr/>
    </dgm:pt>
    <dgm:pt modelId="{0B142CB7-53EE-4D3A-8D86-99C0DB7CCC06}" type="pres">
      <dgm:prSet presAssocID="{32A2D2E8-91A6-4232-AB6A-56D35894232B}" presName="bgRect" presStyleLbl="bgShp" presStyleIdx="2" presStyleCnt="3"/>
      <dgm:spPr/>
    </dgm:pt>
    <dgm:pt modelId="{66A6E5A3-3038-4E2C-91E6-17E70D3735A6}" type="pres">
      <dgm:prSet presAssocID="{32A2D2E8-91A6-4232-AB6A-56D35894232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gramme de flux"/>
        </a:ext>
      </dgm:extLst>
    </dgm:pt>
    <dgm:pt modelId="{0FF3D493-8AED-4FE8-9B86-B9E4CB22F566}" type="pres">
      <dgm:prSet presAssocID="{32A2D2E8-91A6-4232-AB6A-56D35894232B}" presName="spaceRect" presStyleCnt="0"/>
      <dgm:spPr/>
    </dgm:pt>
    <dgm:pt modelId="{A93076C5-3E98-45BA-9EF5-B185D520D8F6}" type="pres">
      <dgm:prSet presAssocID="{32A2D2E8-91A6-4232-AB6A-56D35894232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58C9C582-8709-480C-BA2E-3B5A7320EAB4}" type="presOf" srcId="{133F2BB5-8971-4182-966C-6AED6067E692}" destId="{3EF9546F-2F1F-4302-B316-8299C839479E}" srcOrd="0" destOrd="0" presId="urn:microsoft.com/office/officeart/2018/2/layout/IconVerticalSolidList"/>
    <dgm:cxn modelId="{2D69178C-F99D-4169-A417-5B3B9EA0A231}" type="presOf" srcId="{FBABACF4-0042-4101-9E74-D396418A9474}" destId="{9697A14E-6204-4CA8-BCEA-2B936DBAF55A}" srcOrd="0" destOrd="0" presId="urn:microsoft.com/office/officeart/2018/2/layout/IconVerticalSolidList"/>
    <dgm:cxn modelId="{AE31CC90-B074-43F4-A981-95DDE0454D23}" srcId="{9660E25B-2A69-40F3-B9D8-F235CD6662A2}" destId="{133F2BB5-8971-4182-966C-6AED6067E692}" srcOrd="0" destOrd="0" parTransId="{91D0B56E-15F4-44A9-9C7B-5038E46B4A49}" sibTransId="{9A41B8B5-BD78-4643-8634-628217AF10A9}"/>
    <dgm:cxn modelId="{90CC9996-8ADB-4D5F-8A4F-47A6CBA31059}" srcId="{9660E25B-2A69-40F3-B9D8-F235CD6662A2}" destId="{FBABACF4-0042-4101-9E74-D396418A9474}" srcOrd="1" destOrd="0" parTransId="{80E7329C-B58B-420E-93B9-8F4231A8332E}" sibTransId="{E055823F-2471-4269-8C32-6D92258479AF}"/>
    <dgm:cxn modelId="{2D381DAF-9864-46C4-AD4F-AEBD179F7A5C}" srcId="{9660E25B-2A69-40F3-B9D8-F235CD6662A2}" destId="{32A2D2E8-91A6-4232-AB6A-56D35894232B}" srcOrd="2" destOrd="0" parTransId="{A7656606-0FA2-4709-BCF0-A6F27C93F217}" sibTransId="{30350ADC-4D95-44B2-9538-00AA09B30512}"/>
    <dgm:cxn modelId="{554DAADB-414B-459B-8C1A-5A448C309E3E}" type="presOf" srcId="{9660E25B-2A69-40F3-B9D8-F235CD6662A2}" destId="{5C5DA177-3835-4FAB-8C70-3F5CD28BAE92}" srcOrd="0" destOrd="0" presId="urn:microsoft.com/office/officeart/2018/2/layout/IconVerticalSolidList"/>
    <dgm:cxn modelId="{009301E3-9356-4BC2-BC1E-9A7242BFF831}" type="presOf" srcId="{32A2D2E8-91A6-4232-AB6A-56D35894232B}" destId="{A93076C5-3E98-45BA-9EF5-B185D520D8F6}" srcOrd="0" destOrd="0" presId="urn:microsoft.com/office/officeart/2018/2/layout/IconVerticalSolidList"/>
    <dgm:cxn modelId="{52EAFE9C-5E24-42CF-8318-D672321BF89E}" type="presParOf" srcId="{5C5DA177-3835-4FAB-8C70-3F5CD28BAE92}" destId="{4818140A-CE2A-42B6-9F3B-65153602711A}" srcOrd="0" destOrd="0" presId="urn:microsoft.com/office/officeart/2018/2/layout/IconVerticalSolidList"/>
    <dgm:cxn modelId="{89E03459-B948-4281-A3CE-0E930C6A5CD9}" type="presParOf" srcId="{4818140A-CE2A-42B6-9F3B-65153602711A}" destId="{AF5771C7-F4E2-4ACB-8666-1DD314DBD914}" srcOrd="0" destOrd="0" presId="urn:microsoft.com/office/officeart/2018/2/layout/IconVerticalSolidList"/>
    <dgm:cxn modelId="{9E179231-F0D0-4924-B297-78207355D11E}" type="presParOf" srcId="{4818140A-CE2A-42B6-9F3B-65153602711A}" destId="{1FA42FB4-965E-490E-BEA6-865DA804FBB0}" srcOrd="1" destOrd="0" presId="urn:microsoft.com/office/officeart/2018/2/layout/IconVerticalSolidList"/>
    <dgm:cxn modelId="{60C8787C-A9F9-4987-9932-BD63E77F5B70}" type="presParOf" srcId="{4818140A-CE2A-42B6-9F3B-65153602711A}" destId="{A9EB7359-2677-4097-A3A1-959BEC7298A8}" srcOrd="2" destOrd="0" presId="urn:microsoft.com/office/officeart/2018/2/layout/IconVerticalSolidList"/>
    <dgm:cxn modelId="{9F62B83C-B25B-4557-B8FE-15C0C5829F67}" type="presParOf" srcId="{4818140A-CE2A-42B6-9F3B-65153602711A}" destId="{3EF9546F-2F1F-4302-B316-8299C839479E}" srcOrd="3" destOrd="0" presId="urn:microsoft.com/office/officeart/2018/2/layout/IconVerticalSolidList"/>
    <dgm:cxn modelId="{7F19FC1E-A227-44E3-AD5B-7D2EAD0A81E2}" type="presParOf" srcId="{5C5DA177-3835-4FAB-8C70-3F5CD28BAE92}" destId="{649D29C6-4464-446B-AD51-883617C18D39}" srcOrd="1" destOrd="0" presId="urn:microsoft.com/office/officeart/2018/2/layout/IconVerticalSolidList"/>
    <dgm:cxn modelId="{DC3A8B91-B1D2-4216-B578-80DA2FED4CBF}" type="presParOf" srcId="{5C5DA177-3835-4FAB-8C70-3F5CD28BAE92}" destId="{544F659C-C612-4C83-A532-E855A9A1258D}" srcOrd="2" destOrd="0" presId="urn:microsoft.com/office/officeart/2018/2/layout/IconVerticalSolidList"/>
    <dgm:cxn modelId="{8469024D-DD52-4ED4-8800-132B486AA380}" type="presParOf" srcId="{544F659C-C612-4C83-A532-E855A9A1258D}" destId="{691128C8-2816-43EA-8838-792695967FDA}" srcOrd="0" destOrd="0" presId="urn:microsoft.com/office/officeart/2018/2/layout/IconVerticalSolidList"/>
    <dgm:cxn modelId="{5D4742FE-6AD6-42F5-A477-15EC56D95749}" type="presParOf" srcId="{544F659C-C612-4C83-A532-E855A9A1258D}" destId="{DB62502B-1B4C-4A79-83C5-C906006BAC0F}" srcOrd="1" destOrd="0" presId="urn:microsoft.com/office/officeart/2018/2/layout/IconVerticalSolidList"/>
    <dgm:cxn modelId="{95049002-EE26-4F11-96B5-29032CBDF17D}" type="presParOf" srcId="{544F659C-C612-4C83-A532-E855A9A1258D}" destId="{7BDDBEA5-AFEC-420D-9005-B184CEFD4DA0}" srcOrd="2" destOrd="0" presId="urn:microsoft.com/office/officeart/2018/2/layout/IconVerticalSolidList"/>
    <dgm:cxn modelId="{9C404344-85E8-412B-999E-7C3955757CB5}" type="presParOf" srcId="{544F659C-C612-4C83-A532-E855A9A1258D}" destId="{9697A14E-6204-4CA8-BCEA-2B936DBAF55A}" srcOrd="3" destOrd="0" presId="urn:microsoft.com/office/officeart/2018/2/layout/IconVerticalSolidList"/>
    <dgm:cxn modelId="{65AC23FB-C90C-4BF7-84FB-C3563879AF6E}" type="presParOf" srcId="{5C5DA177-3835-4FAB-8C70-3F5CD28BAE92}" destId="{59A6C3D3-837C-4CA8-8669-B2EFD2287995}" srcOrd="3" destOrd="0" presId="urn:microsoft.com/office/officeart/2018/2/layout/IconVerticalSolidList"/>
    <dgm:cxn modelId="{71092F84-52C0-4F48-945F-DE6F87A8045D}" type="presParOf" srcId="{5C5DA177-3835-4FAB-8C70-3F5CD28BAE92}" destId="{3A711BE9-4CC6-4586-BD6D-F24E53CEA138}" srcOrd="4" destOrd="0" presId="urn:microsoft.com/office/officeart/2018/2/layout/IconVerticalSolidList"/>
    <dgm:cxn modelId="{B64A75B6-0F5B-4746-B07B-EFE63DA87420}" type="presParOf" srcId="{3A711BE9-4CC6-4586-BD6D-F24E53CEA138}" destId="{0B142CB7-53EE-4D3A-8D86-99C0DB7CCC06}" srcOrd="0" destOrd="0" presId="urn:microsoft.com/office/officeart/2018/2/layout/IconVerticalSolidList"/>
    <dgm:cxn modelId="{E19C0934-8167-4258-949A-981265F26A60}" type="presParOf" srcId="{3A711BE9-4CC6-4586-BD6D-F24E53CEA138}" destId="{66A6E5A3-3038-4E2C-91E6-17E70D3735A6}" srcOrd="1" destOrd="0" presId="urn:microsoft.com/office/officeart/2018/2/layout/IconVerticalSolidList"/>
    <dgm:cxn modelId="{7554F1BC-C41C-4E89-9BEA-5EB51C461434}" type="presParOf" srcId="{3A711BE9-4CC6-4586-BD6D-F24E53CEA138}" destId="{0FF3D493-8AED-4FE8-9B86-B9E4CB22F566}" srcOrd="2" destOrd="0" presId="urn:microsoft.com/office/officeart/2018/2/layout/IconVerticalSolidList"/>
    <dgm:cxn modelId="{987B3F2F-DD5F-44F0-BCFB-88D2CE722A00}" type="presParOf" srcId="{3A711BE9-4CC6-4586-BD6D-F24E53CEA138}" destId="{A93076C5-3E98-45BA-9EF5-B185D520D8F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B952352-5E1B-4C23-B241-CD57C2275370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E33BB55A-7877-4A88-9065-B88D29A56526}">
      <dgm:prSet/>
      <dgm:spPr/>
      <dgm:t>
        <a:bodyPr/>
        <a:lstStyle/>
        <a:p>
          <a:r>
            <a:rPr lang="en-US"/>
            <a:t>Préparée / Cadrée / Bornée</a:t>
          </a:r>
        </a:p>
      </dgm:t>
    </dgm:pt>
    <dgm:pt modelId="{F67D8279-608E-49DF-B282-8D2C17C7AB2F}" type="parTrans" cxnId="{E855447F-4D7E-4E9D-93AA-740329E6865E}">
      <dgm:prSet/>
      <dgm:spPr/>
      <dgm:t>
        <a:bodyPr/>
        <a:lstStyle/>
        <a:p>
          <a:endParaRPr lang="en-US"/>
        </a:p>
      </dgm:t>
    </dgm:pt>
    <dgm:pt modelId="{B7E3135D-BF90-40DA-B3BC-58D690DFBC82}" type="sibTrans" cxnId="{E855447F-4D7E-4E9D-93AA-740329E6865E}">
      <dgm:prSet/>
      <dgm:spPr/>
      <dgm:t>
        <a:bodyPr/>
        <a:lstStyle/>
        <a:p>
          <a:endParaRPr lang="en-US"/>
        </a:p>
      </dgm:t>
    </dgm:pt>
    <dgm:pt modelId="{B7C9EFAF-976C-4092-9720-7770B5E7C94B}">
      <dgm:prSet/>
      <dgm:spPr/>
      <dgm:t>
        <a:bodyPr/>
        <a:lstStyle/>
        <a:p>
          <a:r>
            <a:rPr lang="en-US"/>
            <a:t>Scénario de test multi-clients</a:t>
          </a:r>
        </a:p>
      </dgm:t>
    </dgm:pt>
    <dgm:pt modelId="{EEEBE1F0-E1C4-4EF2-9ACB-F81672FD2632}" type="parTrans" cxnId="{1B150DBB-246F-45A7-95F9-5FB4EB0DBD41}">
      <dgm:prSet/>
      <dgm:spPr/>
      <dgm:t>
        <a:bodyPr/>
        <a:lstStyle/>
        <a:p>
          <a:endParaRPr lang="en-US"/>
        </a:p>
      </dgm:t>
    </dgm:pt>
    <dgm:pt modelId="{ADF3192F-E23C-46AB-A529-1AE44C7D5D96}" type="sibTrans" cxnId="{1B150DBB-246F-45A7-95F9-5FB4EB0DBD41}">
      <dgm:prSet/>
      <dgm:spPr/>
      <dgm:t>
        <a:bodyPr/>
        <a:lstStyle/>
        <a:p>
          <a:endParaRPr lang="en-US"/>
        </a:p>
      </dgm:t>
    </dgm:pt>
    <dgm:pt modelId="{9E5E7048-C48D-4CD3-973D-567681EE7F97}">
      <dgm:prSet/>
      <dgm:spPr/>
      <dgm:t>
        <a:bodyPr/>
        <a:lstStyle/>
        <a:p>
          <a:r>
            <a:rPr lang="en-US"/>
            <a:t>Affichage des logs et visualisation</a:t>
          </a:r>
        </a:p>
      </dgm:t>
    </dgm:pt>
    <dgm:pt modelId="{F56DDC0D-A5BA-434A-82EB-2CD9C679081B}" type="parTrans" cxnId="{ADDD4A65-9A8B-404E-B1F8-902C9AAB85E4}">
      <dgm:prSet/>
      <dgm:spPr/>
      <dgm:t>
        <a:bodyPr/>
        <a:lstStyle/>
        <a:p>
          <a:endParaRPr lang="en-US"/>
        </a:p>
      </dgm:t>
    </dgm:pt>
    <dgm:pt modelId="{524CD5F7-5334-4964-BA61-DEB14A31AC49}" type="sibTrans" cxnId="{ADDD4A65-9A8B-404E-B1F8-902C9AAB85E4}">
      <dgm:prSet/>
      <dgm:spPr/>
      <dgm:t>
        <a:bodyPr/>
        <a:lstStyle/>
        <a:p>
          <a:endParaRPr lang="en-US"/>
        </a:p>
      </dgm:t>
    </dgm:pt>
    <dgm:pt modelId="{4C34F7D9-EC5F-DC4D-BD4B-456B4EF4EDAB}" type="pres">
      <dgm:prSet presAssocID="{9B952352-5E1B-4C23-B241-CD57C227537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728E122-1F61-0147-B7E0-5B0F70A1B86D}" type="pres">
      <dgm:prSet presAssocID="{E33BB55A-7877-4A88-9065-B88D29A56526}" presName="hierRoot1" presStyleCnt="0"/>
      <dgm:spPr/>
    </dgm:pt>
    <dgm:pt modelId="{C7C73151-7BE7-6E40-83E7-8AFD2E5FD941}" type="pres">
      <dgm:prSet presAssocID="{E33BB55A-7877-4A88-9065-B88D29A56526}" presName="composite" presStyleCnt="0"/>
      <dgm:spPr/>
    </dgm:pt>
    <dgm:pt modelId="{55E0B48D-9EF5-734D-8A04-70242A01672C}" type="pres">
      <dgm:prSet presAssocID="{E33BB55A-7877-4A88-9065-B88D29A56526}" presName="background" presStyleLbl="node0" presStyleIdx="0" presStyleCnt="3"/>
      <dgm:spPr/>
    </dgm:pt>
    <dgm:pt modelId="{85DFBACB-4238-6D4C-A73B-A52B2C8F2F4C}" type="pres">
      <dgm:prSet presAssocID="{E33BB55A-7877-4A88-9065-B88D29A56526}" presName="text" presStyleLbl="fgAcc0" presStyleIdx="0" presStyleCnt="3">
        <dgm:presLayoutVars>
          <dgm:chPref val="3"/>
        </dgm:presLayoutVars>
      </dgm:prSet>
      <dgm:spPr/>
    </dgm:pt>
    <dgm:pt modelId="{1317E30E-062D-4C4A-B1F2-6CB92698B45E}" type="pres">
      <dgm:prSet presAssocID="{E33BB55A-7877-4A88-9065-B88D29A56526}" presName="hierChild2" presStyleCnt="0"/>
      <dgm:spPr/>
    </dgm:pt>
    <dgm:pt modelId="{DA845655-F5A8-5043-AF94-A9EEE969CB5A}" type="pres">
      <dgm:prSet presAssocID="{B7C9EFAF-976C-4092-9720-7770B5E7C94B}" presName="hierRoot1" presStyleCnt="0"/>
      <dgm:spPr/>
    </dgm:pt>
    <dgm:pt modelId="{16E99794-AC8C-3E4A-91EE-0C13AC29FB01}" type="pres">
      <dgm:prSet presAssocID="{B7C9EFAF-976C-4092-9720-7770B5E7C94B}" presName="composite" presStyleCnt="0"/>
      <dgm:spPr/>
    </dgm:pt>
    <dgm:pt modelId="{1F778331-6ED9-9F45-B10E-119175002367}" type="pres">
      <dgm:prSet presAssocID="{B7C9EFAF-976C-4092-9720-7770B5E7C94B}" presName="background" presStyleLbl="node0" presStyleIdx="1" presStyleCnt="3"/>
      <dgm:spPr/>
    </dgm:pt>
    <dgm:pt modelId="{3A9E1947-4F66-4146-B8A0-D47312519492}" type="pres">
      <dgm:prSet presAssocID="{B7C9EFAF-976C-4092-9720-7770B5E7C94B}" presName="text" presStyleLbl="fgAcc0" presStyleIdx="1" presStyleCnt="3">
        <dgm:presLayoutVars>
          <dgm:chPref val="3"/>
        </dgm:presLayoutVars>
      </dgm:prSet>
      <dgm:spPr/>
    </dgm:pt>
    <dgm:pt modelId="{3461DDB0-84EC-0A41-ACFB-696383D80251}" type="pres">
      <dgm:prSet presAssocID="{B7C9EFAF-976C-4092-9720-7770B5E7C94B}" presName="hierChild2" presStyleCnt="0"/>
      <dgm:spPr/>
    </dgm:pt>
    <dgm:pt modelId="{72CBC055-CA97-9A4D-82AA-4C70B56CA794}" type="pres">
      <dgm:prSet presAssocID="{9E5E7048-C48D-4CD3-973D-567681EE7F97}" presName="hierRoot1" presStyleCnt="0"/>
      <dgm:spPr/>
    </dgm:pt>
    <dgm:pt modelId="{74D9284F-D6DD-3E48-B325-0F3B81A7F083}" type="pres">
      <dgm:prSet presAssocID="{9E5E7048-C48D-4CD3-973D-567681EE7F97}" presName="composite" presStyleCnt="0"/>
      <dgm:spPr/>
    </dgm:pt>
    <dgm:pt modelId="{2BDAB76D-63F8-CC40-827F-22775D267958}" type="pres">
      <dgm:prSet presAssocID="{9E5E7048-C48D-4CD3-973D-567681EE7F97}" presName="background" presStyleLbl="node0" presStyleIdx="2" presStyleCnt="3"/>
      <dgm:spPr/>
    </dgm:pt>
    <dgm:pt modelId="{183865A3-A580-5344-8416-35CED247CDFE}" type="pres">
      <dgm:prSet presAssocID="{9E5E7048-C48D-4CD3-973D-567681EE7F97}" presName="text" presStyleLbl="fgAcc0" presStyleIdx="2" presStyleCnt="3">
        <dgm:presLayoutVars>
          <dgm:chPref val="3"/>
        </dgm:presLayoutVars>
      </dgm:prSet>
      <dgm:spPr/>
    </dgm:pt>
    <dgm:pt modelId="{E908FB9C-F9F7-7B4B-A4EE-AD23334F8AB4}" type="pres">
      <dgm:prSet presAssocID="{9E5E7048-C48D-4CD3-973D-567681EE7F97}" presName="hierChild2" presStyleCnt="0"/>
      <dgm:spPr/>
    </dgm:pt>
  </dgm:ptLst>
  <dgm:cxnLst>
    <dgm:cxn modelId="{14AA3834-B961-C240-A6BC-3C9DFC957EE9}" type="presOf" srcId="{9B952352-5E1B-4C23-B241-CD57C2275370}" destId="{4C34F7D9-EC5F-DC4D-BD4B-456B4EF4EDAB}" srcOrd="0" destOrd="0" presId="urn:microsoft.com/office/officeart/2005/8/layout/hierarchy1"/>
    <dgm:cxn modelId="{ADDD4A65-9A8B-404E-B1F8-902C9AAB85E4}" srcId="{9B952352-5E1B-4C23-B241-CD57C2275370}" destId="{9E5E7048-C48D-4CD3-973D-567681EE7F97}" srcOrd="2" destOrd="0" parTransId="{F56DDC0D-A5BA-434A-82EB-2CD9C679081B}" sibTransId="{524CD5F7-5334-4964-BA61-DEB14A31AC49}"/>
    <dgm:cxn modelId="{E855447F-4D7E-4E9D-93AA-740329E6865E}" srcId="{9B952352-5E1B-4C23-B241-CD57C2275370}" destId="{E33BB55A-7877-4A88-9065-B88D29A56526}" srcOrd="0" destOrd="0" parTransId="{F67D8279-608E-49DF-B282-8D2C17C7AB2F}" sibTransId="{B7E3135D-BF90-40DA-B3BC-58D690DFBC82}"/>
    <dgm:cxn modelId="{4D38819B-8852-3C4B-AF1D-66C32C18A5EE}" type="presOf" srcId="{E33BB55A-7877-4A88-9065-B88D29A56526}" destId="{85DFBACB-4238-6D4C-A73B-A52B2C8F2F4C}" srcOrd="0" destOrd="0" presId="urn:microsoft.com/office/officeart/2005/8/layout/hierarchy1"/>
    <dgm:cxn modelId="{1B150DBB-246F-45A7-95F9-5FB4EB0DBD41}" srcId="{9B952352-5E1B-4C23-B241-CD57C2275370}" destId="{B7C9EFAF-976C-4092-9720-7770B5E7C94B}" srcOrd="1" destOrd="0" parTransId="{EEEBE1F0-E1C4-4EF2-9ACB-F81672FD2632}" sibTransId="{ADF3192F-E23C-46AB-A529-1AE44C7D5D96}"/>
    <dgm:cxn modelId="{D15D6FF7-DB23-7741-93CF-25F0D55C2EB5}" type="presOf" srcId="{9E5E7048-C48D-4CD3-973D-567681EE7F97}" destId="{183865A3-A580-5344-8416-35CED247CDFE}" srcOrd="0" destOrd="0" presId="urn:microsoft.com/office/officeart/2005/8/layout/hierarchy1"/>
    <dgm:cxn modelId="{C21811FF-4195-1446-B8EA-A87C6010BD0D}" type="presOf" srcId="{B7C9EFAF-976C-4092-9720-7770B5E7C94B}" destId="{3A9E1947-4F66-4146-B8A0-D47312519492}" srcOrd="0" destOrd="0" presId="urn:microsoft.com/office/officeart/2005/8/layout/hierarchy1"/>
    <dgm:cxn modelId="{78E005F7-DAC1-7B45-9DB4-A2C12F9035BF}" type="presParOf" srcId="{4C34F7D9-EC5F-DC4D-BD4B-456B4EF4EDAB}" destId="{7728E122-1F61-0147-B7E0-5B0F70A1B86D}" srcOrd="0" destOrd="0" presId="urn:microsoft.com/office/officeart/2005/8/layout/hierarchy1"/>
    <dgm:cxn modelId="{9B9C959D-39E8-1143-B556-61091D4C7C84}" type="presParOf" srcId="{7728E122-1F61-0147-B7E0-5B0F70A1B86D}" destId="{C7C73151-7BE7-6E40-83E7-8AFD2E5FD941}" srcOrd="0" destOrd="0" presId="urn:microsoft.com/office/officeart/2005/8/layout/hierarchy1"/>
    <dgm:cxn modelId="{E56EBDEF-2690-9E41-8EA0-07CAA6796F1C}" type="presParOf" srcId="{C7C73151-7BE7-6E40-83E7-8AFD2E5FD941}" destId="{55E0B48D-9EF5-734D-8A04-70242A01672C}" srcOrd="0" destOrd="0" presId="urn:microsoft.com/office/officeart/2005/8/layout/hierarchy1"/>
    <dgm:cxn modelId="{F3509A62-D864-C34A-84C0-1B4961A48A6E}" type="presParOf" srcId="{C7C73151-7BE7-6E40-83E7-8AFD2E5FD941}" destId="{85DFBACB-4238-6D4C-A73B-A52B2C8F2F4C}" srcOrd="1" destOrd="0" presId="urn:microsoft.com/office/officeart/2005/8/layout/hierarchy1"/>
    <dgm:cxn modelId="{7236BF99-0B56-E343-8FA6-5EC97B587C67}" type="presParOf" srcId="{7728E122-1F61-0147-B7E0-5B0F70A1B86D}" destId="{1317E30E-062D-4C4A-B1F2-6CB92698B45E}" srcOrd="1" destOrd="0" presId="urn:microsoft.com/office/officeart/2005/8/layout/hierarchy1"/>
    <dgm:cxn modelId="{A713BEE4-D8BD-0F49-9D71-714655445621}" type="presParOf" srcId="{4C34F7D9-EC5F-DC4D-BD4B-456B4EF4EDAB}" destId="{DA845655-F5A8-5043-AF94-A9EEE969CB5A}" srcOrd="1" destOrd="0" presId="urn:microsoft.com/office/officeart/2005/8/layout/hierarchy1"/>
    <dgm:cxn modelId="{B878CCB3-74F1-C14E-9EE3-67F5DBBC72D3}" type="presParOf" srcId="{DA845655-F5A8-5043-AF94-A9EEE969CB5A}" destId="{16E99794-AC8C-3E4A-91EE-0C13AC29FB01}" srcOrd="0" destOrd="0" presId="urn:microsoft.com/office/officeart/2005/8/layout/hierarchy1"/>
    <dgm:cxn modelId="{800B003D-5599-144A-ABDA-A43C847FEB88}" type="presParOf" srcId="{16E99794-AC8C-3E4A-91EE-0C13AC29FB01}" destId="{1F778331-6ED9-9F45-B10E-119175002367}" srcOrd="0" destOrd="0" presId="urn:microsoft.com/office/officeart/2005/8/layout/hierarchy1"/>
    <dgm:cxn modelId="{29BC393D-2293-6047-BB09-38B42DFECCAD}" type="presParOf" srcId="{16E99794-AC8C-3E4A-91EE-0C13AC29FB01}" destId="{3A9E1947-4F66-4146-B8A0-D47312519492}" srcOrd="1" destOrd="0" presId="urn:microsoft.com/office/officeart/2005/8/layout/hierarchy1"/>
    <dgm:cxn modelId="{8D2387F7-9178-4145-BF25-2969B2877E62}" type="presParOf" srcId="{DA845655-F5A8-5043-AF94-A9EEE969CB5A}" destId="{3461DDB0-84EC-0A41-ACFB-696383D80251}" srcOrd="1" destOrd="0" presId="urn:microsoft.com/office/officeart/2005/8/layout/hierarchy1"/>
    <dgm:cxn modelId="{D121BC07-34FD-E14E-AABC-7F1045DB3A1D}" type="presParOf" srcId="{4C34F7D9-EC5F-DC4D-BD4B-456B4EF4EDAB}" destId="{72CBC055-CA97-9A4D-82AA-4C70B56CA794}" srcOrd="2" destOrd="0" presId="urn:microsoft.com/office/officeart/2005/8/layout/hierarchy1"/>
    <dgm:cxn modelId="{EC034372-550C-E840-91F0-14206EA3700B}" type="presParOf" srcId="{72CBC055-CA97-9A4D-82AA-4C70B56CA794}" destId="{74D9284F-D6DD-3E48-B325-0F3B81A7F083}" srcOrd="0" destOrd="0" presId="urn:microsoft.com/office/officeart/2005/8/layout/hierarchy1"/>
    <dgm:cxn modelId="{D0D9F239-720A-6347-BFCC-A6DFCB5D9570}" type="presParOf" srcId="{74D9284F-D6DD-3E48-B325-0F3B81A7F083}" destId="{2BDAB76D-63F8-CC40-827F-22775D267958}" srcOrd="0" destOrd="0" presId="urn:microsoft.com/office/officeart/2005/8/layout/hierarchy1"/>
    <dgm:cxn modelId="{7C47272E-262F-0249-B243-0D3F37B0B97B}" type="presParOf" srcId="{74D9284F-D6DD-3E48-B325-0F3B81A7F083}" destId="{183865A3-A580-5344-8416-35CED247CDFE}" srcOrd="1" destOrd="0" presId="urn:microsoft.com/office/officeart/2005/8/layout/hierarchy1"/>
    <dgm:cxn modelId="{074AFDE8-A440-5B45-A908-FCAB804774F6}" type="presParOf" srcId="{72CBC055-CA97-9A4D-82AA-4C70B56CA794}" destId="{E908FB9C-F9F7-7B4B-A4EE-AD23334F8AB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AC83726-B533-465E-8B74-3BDF38B64773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D5B0977-D9BF-41CD-9F48-7D8A3558842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Multiprocessing pour fluidité</a:t>
          </a:r>
        </a:p>
      </dgm:t>
    </dgm:pt>
    <dgm:pt modelId="{21EC31AB-53D9-45DA-8E27-76A169B62EC4}" type="parTrans" cxnId="{57CF1850-0A06-4EE8-8B4E-8BE1BA96FB16}">
      <dgm:prSet/>
      <dgm:spPr/>
      <dgm:t>
        <a:bodyPr/>
        <a:lstStyle/>
        <a:p>
          <a:endParaRPr lang="en-US"/>
        </a:p>
      </dgm:t>
    </dgm:pt>
    <dgm:pt modelId="{FF105864-CB7C-43D1-9CC0-E8ED0E3A5D10}" type="sibTrans" cxnId="{57CF1850-0A06-4EE8-8B4E-8BE1BA96FB16}">
      <dgm:prSet/>
      <dgm:spPr/>
      <dgm:t>
        <a:bodyPr/>
        <a:lstStyle/>
        <a:p>
          <a:endParaRPr lang="en-US"/>
        </a:p>
      </dgm:t>
    </dgm:pt>
    <dgm:pt modelId="{843D7BFA-4274-47A1-A542-97527B3B901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Analyse couleur optimisée (NumPy)</a:t>
          </a:r>
        </a:p>
      </dgm:t>
    </dgm:pt>
    <dgm:pt modelId="{A82D3B52-D1B3-425D-885B-F93F1AEBE338}" type="parTrans" cxnId="{9DC0076B-2F75-439D-99D7-4E4EAC928892}">
      <dgm:prSet/>
      <dgm:spPr/>
      <dgm:t>
        <a:bodyPr/>
        <a:lstStyle/>
        <a:p>
          <a:endParaRPr lang="en-US"/>
        </a:p>
      </dgm:t>
    </dgm:pt>
    <dgm:pt modelId="{9D4E7D96-4497-4EEE-A29B-C0C288FFD593}" type="sibTrans" cxnId="{9DC0076B-2F75-439D-99D7-4E4EAC928892}">
      <dgm:prSet/>
      <dgm:spPr/>
      <dgm:t>
        <a:bodyPr/>
        <a:lstStyle/>
        <a:p>
          <a:endParaRPr lang="en-US"/>
        </a:p>
      </dgm:t>
    </dgm:pt>
    <dgm:pt modelId="{E7A76EA8-D11A-425A-870C-780FECA5D96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Refactorisation et config centralisée</a:t>
          </a:r>
        </a:p>
      </dgm:t>
    </dgm:pt>
    <dgm:pt modelId="{35D61239-5877-4678-9918-3F3B212E0E57}" type="parTrans" cxnId="{4E262A40-F517-45A4-8527-6F9573D58039}">
      <dgm:prSet/>
      <dgm:spPr/>
      <dgm:t>
        <a:bodyPr/>
        <a:lstStyle/>
        <a:p>
          <a:endParaRPr lang="en-US"/>
        </a:p>
      </dgm:t>
    </dgm:pt>
    <dgm:pt modelId="{E87FA39F-5B7A-4560-8313-BE4038E4D159}" type="sibTrans" cxnId="{4E262A40-F517-45A4-8527-6F9573D58039}">
      <dgm:prSet/>
      <dgm:spPr/>
      <dgm:t>
        <a:bodyPr/>
        <a:lstStyle/>
        <a:p>
          <a:endParaRPr lang="en-US"/>
        </a:p>
      </dgm:t>
    </dgm:pt>
    <dgm:pt modelId="{20EC72AC-A64B-4039-8DE0-21A7B8932445}" type="pres">
      <dgm:prSet presAssocID="{AAC83726-B533-465E-8B74-3BDF38B64773}" presName="root" presStyleCnt="0">
        <dgm:presLayoutVars>
          <dgm:dir/>
          <dgm:resizeHandles val="exact"/>
        </dgm:presLayoutVars>
      </dgm:prSet>
      <dgm:spPr/>
    </dgm:pt>
    <dgm:pt modelId="{A7365B89-EE1D-4B74-A2D4-0A14DCA56760}" type="pres">
      <dgm:prSet presAssocID="{FD5B0977-D9BF-41CD-9F48-7D8A3558842B}" presName="compNode" presStyleCnt="0"/>
      <dgm:spPr/>
    </dgm:pt>
    <dgm:pt modelId="{CD1B4752-1503-4340-8961-811843F94A42}" type="pres">
      <dgm:prSet presAssocID="{FD5B0977-D9BF-41CD-9F48-7D8A3558842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ingue"/>
        </a:ext>
      </dgm:extLst>
    </dgm:pt>
    <dgm:pt modelId="{A397891E-AAAA-43B6-8E0A-16887118C26A}" type="pres">
      <dgm:prSet presAssocID="{FD5B0977-D9BF-41CD-9F48-7D8A3558842B}" presName="spaceRect" presStyleCnt="0"/>
      <dgm:spPr/>
    </dgm:pt>
    <dgm:pt modelId="{E6FF06FD-B055-4F22-AAD6-DB21AB79CF03}" type="pres">
      <dgm:prSet presAssocID="{FD5B0977-D9BF-41CD-9F48-7D8A3558842B}" presName="textRect" presStyleLbl="revTx" presStyleIdx="0" presStyleCnt="3">
        <dgm:presLayoutVars>
          <dgm:chMax val="1"/>
          <dgm:chPref val="1"/>
        </dgm:presLayoutVars>
      </dgm:prSet>
      <dgm:spPr/>
    </dgm:pt>
    <dgm:pt modelId="{5F47B952-1F24-4526-9784-BF6CA7922CF6}" type="pres">
      <dgm:prSet presAssocID="{FF105864-CB7C-43D1-9CC0-E8ED0E3A5D10}" presName="sibTrans" presStyleCnt="0"/>
      <dgm:spPr/>
    </dgm:pt>
    <dgm:pt modelId="{CEE4E571-086A-44ED-8CB6-94D6EB9756B6}" type="pres">
      <dgm:prSet presAssocID="{843D7BFA-4274-47A1-A542-97527B3B9013}" presName="compNode" presStyleCnt="0"/>
      <dgm:spPr/>
    </dgm:pt>
    <dgm:pt modelId="{92E42813-E364-471A-A23C-6A6566323B2E}" type="pres">
      <dgm:prSet presAssocID="{843D7BFA-4274-47A1-A542-97527B3B901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Jauge"/>
        </a:ext>
      </dgm:extLst>
    </dgm:pt>
    <dgm:pt modelId="{4B83294D-ECB0-4FA5-9817-9B5C73DB7597}" type="pres">
      <dgm:prSet presAssocID="{843D7BFA-4274-47A1-A542-97527B3B9013}" presName="spaceRect" presStyleCnt="0"/>
      <dgm:spPr/>
    </dgm:pt>
    <dgm:pt modelId="{882E60F6-4874-4202-A6BE-69D7A5DB73C4}" type="pres">
      <dgm:prSet presAssocID="{843D7BFA-4274-47A1-A542-97527B3B9013}" presName="textRect" presStyleLbl="revTx" presStyleIdx="1" presStyleCnt="3">
        <dgm:presLayoutVars>
          <dgm:chMax val="1"/>
          <dgm:chPref val="1"/>
        </dgm:presLayoutVars>
      </dgm:prSet>
      <dgm:spPr/>
    </dgm:pt>
    <dgm:pt modelId="{732FA49E-A612-47EA-9972-A03301B6ECFA}" type="pres">
      <dgm:prSet presAssocID="{9D4E7D96-4497-4EEE-A29B-C0C288FFD593}" presName="sibTrans" presStyleCnt="0"/>
      <dgm:spPr/>
    </dgm:pt>
    <dgm:pt modelId="{0D488EC3-2FB0-4489-BE33-D9062ADAFED4}" type="pres">
      <dgm:prSet presAssocID="{E7A76EA8-D11A-425A-870C-780FECA5D969}" presName="compNode" presStyleCnt="0"/>
      <dgm:spPr/>
    </dgm:pt>
    <dgm:pt modelId="{66A3FC33-3B74-4620-9D76-3ECF40023D35}" type="pres">
      <dgm:prSet presAssocID="{E7A76EA8-D11A-425A-870C-780FECA5D96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éseau"/>
        </a:ext>
      </dgm:extLst>
    </dgm:pt>
    <dgm:pt modelId="{395BE243-640E-4A2D-87EA-F0F62CF25883}" type="pres">
      <dgm:prSet presAssocID="{E7A76EA8-D11A-425A-870C-780FECA5D969}" presName="spaceRect" presStyleCnt="0"/>
      <dgm:spPr/>
    </dgm:pt>
    <dgm:pt modelId="{5437DDED-556E-4F63-9FD6-926454D20AC3}" type="pres">
      <dgm:prSet presAssocID="{E7A76EA8-D11A-425A-870C-780FECA5D96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72C05A30-681D-488C-B58C-92090FF13961}" type="presOf" srcId="{843D7BFA-4274-47A1-A542-97527B3B9013}" destId="{882E60F6-4874-4202-A6BE-69D7A5DB73C4}" srcOrd="0" destOrd="0" presId="urn:microsoft.com/office/officeart/2018/2/layout/IconLabelList"/>
    <dgm:cxn modelId="{4E262A40-F517-45A4-8527-6F9573D58039}" srcId="{AAC83726-B533-465E-8B74-3BDF38B64773}" destId="{E7A76EA8-D11A-425A-870C-780FECA5D969}" srcOrd="2" destOrd="0" parTransId="{35D61239-5877-4678-9918-3F3B212E0E57}" sibTransId="{E87FA39F-5B7A-4560-8313-BE4038E4D159}"/>
    <dgm:cxn modelId="{57CF1850-0A06-4EE8-8B4E-8BE1BA96FB16}" srcId="{AAC83726-B533-465E-8B74-3BDF38B64773}" destId="{FD5B0977-D9BF-41CD-9F48-7D8A3558842B}" srcOrd="0" destOrd="0" parTransId="{21EC31AB-53D9-45DA-8E27-76A169B62EC4}" sibTransId="{FF105864-CB7C-43D1-9CC0-E8ED0E3A5D10}"/>
    <dgm:cxn modelId="{9DC0076B-2F75-439D-99D7-4E4EAC928892}" srcId="{AAC83726-B533-465E-8B74-3BDF38B64773}" destId="{843D7BFA-4274-47A1-A542-97527B3B9013}" srcOrd="1" destOrd="0" parTransId="{A82D3B52-D1B3-425D-885B-F93F1AEBE338}" sibTransId="{9D4E7D96-4497-4EEE-A29B-C0C288FFD593}"/>
    <dgm:cxn modelId="{D7730770-69AC-491A-90F9-88E792F2DAF1}" type="presOf" srcId="{FD5B0977-D9BF-41CD-9F48-7D8A3558842B}" destId="{E6FF06FD-B055-4F22-AAD6-DB21AB79CF03}" srcOrd="0" destOrd="0" presId="urn:microsoft.com/office/officeart/2018/2/layout/IconLabelList"/>
    <dgm:cxn modelId="{C2386499-849A-44FC-89EC-9D175DB97BB5}" type="presOf" srcId="{E7A76EA8-D11A-425A-870C-780FECA5D969}" destId="{5437DDED-556E-4F63-9FD6-926454D20AC3}" srcOrd="0" destOrd="0" presId="urn:microsoft.com/office/officeart/2018/2/layout/IconLabelList"/>
    <dgm:cxn modelId="{494861F6-851E-423F-8720-3BDA86CAFE06}" type="presOf" srcId="{AAC83726-B533-465E-8B74-3BDF38B64773}" destId="{20EC72AC-A64B-4039-8DE0-21A7B8932445}" srcOrd="0" destOrd="0" presId="urn:microsoft.com/office/officeart/2018/2/layout/IconLabelList"/>
    <dgm:cxn modelId="{11BB0E7E-95B7-470F-B489-F9ECFD83DEC0}" type="presParOf" srcId="{20EC72AC-A64B-4039-8DE0-21A7B8932445}" destId="{A7365B89-EE1D-4B74-A2D4-0A14DCA56760}" srcOrd="0" destOrd="0" presId="urn:microsoft.com/office/officeart/2018/2/layout/IconLabelList"/>
    <dgm:cxn modelId="{5996EA06-E5C9-4919-9A3E-0B0A84F9EAE7}" type="presParOf" srcId="{A7365B89-EE1D-4B74-A2D4-0A14DCA56760}" destId="{CD1B4752-1503-4340-8961-811843F94A42}" srcOrd="0" destOrd="0" presId="urn:microsoft.com/office/officeart/2018/2/layout/IconLabelList"/>
    <dgm:cxn modelId="{9DEB61A1-3E17-4356-BF39-31CE0244DA29}" type="presParOf" srcId="{A7365B89-EE1D-4B74-A2D4-0A14DCA56760}" destId="{A397891E-AAAA-43B6-8E0A-16887118C26A}" srcOrd="1" destOrd="0" presId="urn:microsoft.com/office/officeart/2018/2/layout/IconLabelList"/>
    <dgm:cxn modelId="{FCC252BB-5ED5-4FDD-97BC-F5C7077F38E6}" type="presParOf" srcId="{A7365B89-EE1D-4B74-A2D4-0A14DCA56760}" destId="{E6FF06FD-B055-4F22-AAD6-DB21AB79CF03}" srcOrd="2" destOrd="0" presId="urn:microsoft.com/office/officeart/2018/2/layout/IconLabelList"/>
    <dgm:cxn modelId="{05FF8825-C212-401D-9C69-D52A982DC45A}" type="presParOf" srcId="{20EC72AC-A64B-4039-8DE0-21A7B8932445}" destId="{5F47B952-1F24-4526-9784-BF6CA7922CF6}" srcOrd="1" destOrd="0" presId="urn:microsoft.com/office/officeart/2018/2/layout/IconLabelList"/>
    <dgm:cxn modelId="{97FC5F2D-AE3F-44BA-9917-251B1E641550}" type="presParOf" srcId="{20EC72AC-A64B-4039-8DE0-21A7B8932445}" destId="{CEE4E571-086A-44ED-8CB6-94D6EB9756B6}" srcOrd="2" destOrd="0" presId="urn:microsoft.com/office/officeart/2018/2/layout/IconLabelList"/>
    <dgm:cxn modelId="{ADA22B20-C121-465B-A267-247BC694D25D}" type="presParOf" srcId="{CEE4E571-086A-44ED-8CB6-94D6EB9756B6}" destId="{92E42813-E364-471A-A23C-6A6566323B2E}" srcOrd="0" destOrd="0" presId="urn:microsoft.com/office/officeart/2018/2/layout/IconLabelList"/>
    <dgm:cxn modelId="{61291EEE-9C4F-4712-A9DA-EAE151A3D621}" type="presParOf" srcId="{CEE4E571-086A-44ED-8CB6-94D6EB9756B6}" destId="{4B83294D-ECB0-4FA5-9817-9B5C73DB7597}" srcOrd="1" destOrd="0" presId="urn:microsoft.com/office/officeart/2018/2/layout/IconLabelList"/>
    <dgm:cxn modelId="{60F1EC01-0E8B-45FB-9F1E-5DD81EAF5E1E}" type="presParOf" srcId="{CEE4E571-086A-44ED-8CB6-94D6EB9756B6}" destId="{882E60F6-4874-4202-A6BE-69D7A5DB73C4}" srcOrd="2" destOrd="0" presId="urn:microsoft.com/office/officeart/2018/2/layout/IconLabelList"/>
    <dgm:cxn modelId="{0C769671-411A-42E0-870A-917C3B51FF9D}" type="presParOf" srcId="{20EC72AC-A64B-4039-8DE0-21A7B8932445}" destId="{732FA49E-A612-47EA-9972-A03301B6ECFA}" srcOrd="3" destOrd="0" presId="urn:microsoft.com/office/officeart/2018/2/layout/IconLabelList"/>
    <dgm:cxn modelId="{4931A0A1-5046-4851-85FD-9B57F03BAEE6}" type="presParOf" srcId="{20EC72AC-A64B-4039-8DE0-21A7B8932445}" destId="{0D488EC3-2FB0-4489-BE33-D9062ADAFED4}" srcOrd="4" destOrd="0" presId="urn:microsoft.com/office/officeart/2018/2/layout/IconLabelList"/>
    <dgm:cxn modelId="{C025C24E-A229-46B1-9155-0E5DD1466B7C}" type="presParOf" srcId="{0D488EC3-2FB0-4489-BE33-D9062ADAFED4}" destId="{66A3FC33-3B74-4620-9D76-3ECF40023D35}" srcOrd="0" destOrd="0" presId="urn:microsoft.com/office/officeart/2018/2/layout/IconLabelList"/>
    <dgm:cxn modelId="{DE7873C6-6D1F-4A79-BE3B-D7A71E92D226}" type="presParOf" srcId="{0D488EC3-2FB0-4489-BE33-D9062ADAFED4}" destId="{395BE243-640E-4A2D-87EA-F0F62CF25883}" srcOrd="1" destOrd="0" presId="urn:microsoft.com/office/officeart/2018/2/layout/IconLabelList"/>
    <dgm:cxn modelId="{49E54EC3-E2D7-4199-9321-1447EC8750F0}" type="presParOf" srcId="{0D488EC3-2FB0-4489-BE33-D9062ADAFED4}" destId="{5437DDED-556E-4F63-9FD6-926454D20AC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AC101F0-6587-482C-8666-CA84BE3ACAA9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71FC4BC-2BF2-49D1-9916-B1039E9A4406}">
      <dgm:prSet/>
      <dgm:spPr/>
      <dgm:t>
        <a:bodyPr/>
        <a:lstStyle/>
        <a:p>
          <a:r>
            <a:rPr lang="en-US"/>
            <a:t>Synchronisation lobbies/jeu</a:t>
          </a:r>
        </a:p>
      </dgm:t>
    </dgm:pt>
    <dgm:pt modelId="{AF6265E0-707D-4E24-98E9-A637B69F5744}" type="parTrans" cxnId="{F483BF49-B25E-44D8-80F7-7767732579F6}">
      <dgm:prSet/>
      <dgm:spPr/>
      <dgm:t>
        <a:bodyPr/>
        <a:lstStyle/>
        <a:p>
          <a:endParaRPr lang="en-US"/>
        </a:p>
      </dgm:t>
    </dgm:pt>
    <dgm:pt modelId="{7F1FDE27-9366-43C0-A5E2-FF1829201534}" type="sibTrans" cxnId="{F483BF49-B25E-44D8-80F7-7767732579F6}">
      <dgm:prSet/>
      <dgm:spPr/>
      <dgm:t>
        <a:bodyPr/>
        <a:lstStyle/>
        <a:p>
          <a:endParaRPr lang="en-US"/>
        </a:p>
      </dgm:t>
    </dgm:pt>
    <dgm:pt modelId="{9E60EB14-FC3D-4B2E-BD14-4F6C0C27E280}">
      <dgm:prSet/>
      <dgm:spPr/>
      <dgm:t>
        <a:bodyPr/>
        <a:lstStyle/>
        <a:p>
          <a:r>
            <a:rPr lang="en-US"/>
            <a:t>Performance Pygame &amp; lag</a:t>
          </a:r>
        </a:p>
      </dgm:t>
    </dgm:pt>
    <dgm:pt modelId="{EF65CAEA-4D65-4B6E-AE67-772C8CA7280F}" type="parTrans" cxnId="{4F868585-0A2E-4295-A44B-383112BF537E}">
      <dgm:prSet/>
      <dgm:spPr/>
      <dgm:t>
        <a:bodyPr/>
        <a:lstStyle/>
        <a:p>
          <a:endParaRPr lang="en-US"/>
        </a:p>
      </dgm:t>
    </dgm:pt>
    <dgm:pt modelId="{6211A64B-A368-45D6-BFF7-40839EC33990}" type="sibTrans" cxnId="{4F868585-0A2E-4295-A44B-383112BF537E}">
      <dgm:prSet/>
      <dgm:spPr/>
      <dgm:t>
        <a:bodyPr/>
        <a:lstStyle/>
        <a:p>
          <a:endParaRPr lang="en-US"/>
        </a:p>
      </dgm:t>
    </dgm:pt>
    <dgm:pt modelId="{4CAEF1D5-DB2B-491E-AB33-8A9D0CE7FA92}">
      <dgm:prSet/>
      <dgm:spPr/>
      <dgm:t>
        <a:bodyPr/>
        <a:lstStyle/>
        <a:p>
          <a:r>
            <a:rPr lang="en-US"/>
            <a:t>Gestion des power-ups en live</a:t>
          </a:r>
        </a:p>
      </dgm:t>
    </dgm:pt>
    <dgm:pt modelId="{352AEC1F-C0C0-4431-A34B-A947CCEDBE2B}" type="parTrans" cxnId="{AEA064A7-40A8-4460-8D4B-976FED5E73C3}">
      <dgm:prSet/>
      <dgm:spPr/>
      <dgm:t>
        <a:bodyPr/>
        <a:lstStyle/>
        <a:p>
          <a:endParaRPr lang="en-US"/>
        </a:p>
      </dgm:t>
    </dgm:pt>
    <dgm:pt modelId="{A7F6E93F-C967-40C3-A4AD-2772799135D0}" type="sibTrans" cxnId="{AEA064A7-40A8-4460-8D4B-976FED5E73C3}">
      <dgm:prSet/>
      <dgm:spPr/>
      <dgm:t>
        <a:bodyPr/>
        <a:lstStyle/>
        <a:p>
          <a:endParaRPr lang="en-US"/>
        </a:p>
      </dgm:t>
    </dgm:pt>
    <dgm:pt modelId="{320C83CF-195C-4E78-B718-5F7F8C7EC0F0}" type="pres">
      <dgm:prSet presAssocID="{7AC101F0-6587-482C-8666-CA84BE3ACAA9}" presName="root" presStyleCnt="0">
        <dgm:presLayoutVars>
          <dgm:dir/>
          <dgm:resizeHandles val="exact"/>
        </dgm:presLayoutVars>
      </dgm:prSet>
      <dgm:spPr/>
    </dgm:pt>
    <dgm:pt modelId="{3E2ACC39-E979-4854-BB13-BA5A8F66EB1B}" type="pres">
      <dgm:prSet presAssocID="{271FC4BC-2BF2-49D1-9916-B1039E9A4406}" presName="compNode" presStyleCnt="0"/>
      <dgm:spPr/>
    </dgm:pt>
    <dgm:pt modelId="{0C367787-50B1-4881-B7E2-80CE9B8C3354}" type="pres">
      <dgm:prSet presAssocID="{271FC4BC-2BF2-49D1-9916-B1039E9A440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04FE3253-7DDF-47E7-8D7C-D9934BD5CEFC}" type="pres">
      <dgm:prSet presAssocID="{271FC4BC-2BF2-49D1-9916-B1039E9A4406}" presName="spaceRect" presStyleCnt="0"/>
      <dgm:spPr/>
    </dgm:pt>
    <dgm:pt modelId="{CFECDC57-7825-46FD-A8B9-8DCDD33B7C58}" type="pres">
      <dgm:prSet presAssocID="{271FC4BC-2BF2-49D1-9916-B1039E9A4406}" presName="textRect" presStyleLbl="revTx" presStyleIdx="0" presStyleCnt="3">
        <dgm:presLayoutVars>
          <dgm:chMax val="1"/>
          <dgm:chPref val="1"/>
        </dgm:presLayoutVars>
      </dgm:prSet>
      <dgm:spPr/>
    </dgm:pt>
    <dgm:pt modelId="{E4A9ACFA-102C-4B4A-91C1-5C6A2F321A3D}" type="pres">
      <dgm:prSet presAssocID="{7F1FDE27-9366-43C0-A5E2-FF1829201534}" presName="sibTrans" presStyleCnt="0"/>
      <dgm:spPr/>
    </dgm:pt>
    <dgm:pt modelId="{D3E37728-F5B4-4D78-B1BF-E7FD0FA89585}" type="pres">
      <dgm:prSet presAssocID="{9E60EB14-FC3D-4B2E-BD14-4F6C0C27E280}" presName="compNode" presStyleCnt="0"/>
      <dgm:spPr/>
    </dgm:pt>
    <dgm:pt modelId="{064BBD15-0F9A-48F0-BF54-0B0439A2468F}" type="pres">
      <dgm:prSet presAssocID="{9E60EB14-FC3D-4B2E-BD14-4F6C0C27E28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D7B2F4AD-FAF3-42DC-A89B-F36571B9F183}" type="pres">
      <dgm:prSet presAssocID="{9E60EB14-FC3D-4B2E-BD14-4F6C0C27E280}" presName="spaceRect" presStyleCnt="0"/>
      <dgm:spPr/>
    </dgm:pt>
    <dgm:pt modelId="{28C74703-C097-4718-BC12-0DB3EDE28459}" type="pres">
      <dgm:prSet presAssocID="{9E60EB14-FC3D-4B2E-BD14-4F6C0C27E280}" presName="textRect" presStyleLbl="revTx" presStyleIdx="1" presStyleCnt="3">
        <dgm:presLayoutVars>
          <dgm:chMax val="1"/>
          <dgm:chPref val="1"/>
        </dgm:presLayoutVars>
      </dgm:prSet>
      <dgm:spPr/>
    </dgm:pt>
    <dgm:pt modelId="{33344066-9740-458B-9F5B-C2CC71D4B17A}" type="pres">
      <dgm:prSet presAssocID="{6211A64B-A368-45D6-BFF7-40839EC33990}" presName="sibTrans" presStyleCnt="0"/>
      <dgm:spPr/>
    </dgm:pt>
    <dgm:pt modelId="{09DABC1C-6916-427B-8CFE-A174120AFD9C}" type="pres">
      <dgm:prSet presAssocID="{4CAEF1D5-DB2B-491E-AB33-8A9D0CE7FA92}" presName="compNode" presStyleCnt="0"/>
      <dgm:spPr/>
    </dgm:pt>
    <dgm:pt modelId="{270C44B7-4467-41C3-98B9-1E7E21120FF1}" type="pres">
      <dgm:prSet presAssocID="{4CAEF1D5-DB2B-491E-AB33-8A9D0CE7FA9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ine"/>
        </a:ext>
      </dgm:extLst>
    </dgm:pt>
    <dgm:pt modelId="{DC1E9A3F-AABC-4CB9-B8C6-7344D9F2618A}" type="pres">
      <dgm:prSet presAssocID="{4CAEF1D5-DB2B-491E-AB33-8A9D0CE7FA92}" presName="spaceRect" presStyleCnt="0"/>
      <dgm:spPr/>
    </dgm:pt>
    <dgm:pt modelId="{50D2F25E-D5BC-4DB5-B54E-6F1F475CA03E}" type="pres">
      <dgm:prSet presAssocID="{4CAEF1D5-DB2B-491E-AB33-8A9D0CE7FA9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8F93719-8DAA-48EA-8937-A0B7FA8ACB8A}" type="presOf" srcId="{4CAEF1D5-DB2B-491E-AB33-8A9D0CE7FA92}" destId="{50D2F25E-D5BC-4DB5-B54E-6F1F475CA03E}" srcOrd="0" destOrd="0" presId="urn:microsoft.com/office/officeart/2018/2/layout/IconLabelList"/>
    <dgm:cxn modelId="{2987D73D-5957-4DAC-A95D-08476DECA9EC}" type="presOf" srcId="{7AC101F0-6587-482C-8666-CA84BE3ACAA9}" destId="{320C83CF-195C-4E78-B718-5F7F8C7EC0F0}" srcOrd="0" destOrd="0" presId="urn:microsoft.com/office/officeart/2018/2/layout/IconLabelList"/>
    <dgm:cxn modelId="{F483BF49-B25E-44D8-80F7-7767732579F6}" srcId="{7AC101F0-6587-482C-8666-CA84BE3ACAA9}" destId="{271FC4BC-2BF2-49D1-9916-B1039E9A4406}" srcOrd="0" destOrd="0" parTransId="{AF6265E0-707D-4E24-98E9-A637B69F5744}" sibTransId="{7F1FDE27-9366-43C0-A5E2-FF1829201534}"/>
    <dgm:cxn modelId="{0E9F955E-1998-4D9B-A192-973262D28FD8}" type="presOf" srcId="{271FC4BC-2BF2-49D1-9916-B1039E9A4406}" destId="{CFECDC57-7825-46FD-A8B9-8DCDD33B7C58}" srcOrd="0" destOrd="0" presId="urn:microsoft.com/office/officeart/2018/2/layout/IconLabelList"/>
    <dgm:cxn modelId="{4F868585-0A2E-4295-A44B-383112BF537E}" srcId="{7AC101F0-6587-482C-8666-CA84BE3ACAA9}" destId="{9E60EB14-FC3D-4B2E-BD14-4F6C0C27E280}" srcOrd="1" destOrd="0" parTransId="{EF65CAEA-4D65-4B6E-AE67-772C8CA7280F}" sibTransId="{6211A64B-A368-45D6-BFF7-40839EC33990}"/>
    <dgm:cxn modelId="{AEA064A7-40A8-4460-8D4B-976FED5E73C3}" srcId="{7AC101F0-6587-482C-8666-CA84BE3ACAA9}" destId="{4CAEF1D5-DB2B-491E-AB33-8A9D0CE7FA92}" srcOrd="2" destOrd="0" parTransId="{352AEC1F-C0C0-4431-A34B-A947CCEDBE2B}" sibTransId="{A7F6E93F-C967-40C3-A4AD-2772799135D0}"/>
    <dgm:cxn modelId="{5B9D21B2-D164-411A-9DB2-B563320D6155}" type="presOf" srcId="{9E60EB14-FC3D-4B2E-BD14-4F6C0C27E280}" destId="{28C74703-C097-4718-BC12-0DB3EDE28459}" srcOrd="0" destOrd="0" presId="urn:microsoft.com/office/officeart/2018/2/layout/IconLabelList"/>
    <dgm:cxn modelId="{7395F517-E213-4B99-810C-5693EFB9ABF6}" type="presParOf" srcId="{320C83CF-195C-4E78-B718-5F7F8C7EC0F0}" destId="{3E2ACC39-E979-4854-BB13-BA5A8F66EB1B}" srcOrd="0" destOrd="0" presId="urn:microsoft.com/office/officeart/2018/2/layout/IconLabelList"/>
    <dgm:cxn modelId="{F4D8C743-45E3-4439-8D69-6CCBF868F166}" type="presParOf" srcId="{3E2ACC39-E979-4854-BB13-BA5A8F66EB1B}" destId="{0C367787-50B1-4881-B7E2-80CE9B8C3354}" srcOrd="0" destOrd="0" presId="urn:microsoft.com/office/officeart/2018/2/layout/IconLabelList"/>
    <dgm:cxn modelId="{33B05411-13A2-49A7-A956-DC600183619B}" type="presParOf" srcId="{3E2ACC39-E979-4854-BB13-BA5A8F66EB1B}" destId="{04FE3253-7DDF-47E7-8D7C-D9934BD5CEFC}" srcOrd="1" destOrd="0" presId="urn:microsoft.com/office/officeart/2018/2/layout/IconLabelList"/>
    <dgm:cxn modelId="{CD54C9B1-3101-4774-A710-F7CFA63AA798}" type="presParOf" srcId="{3E2ACC39-E979-4854-BB13-BA5A8F66EB1B}" destId="{CFECDC57-7825-46FD-A8B9-8DCDD33B7C58}" srcOrd="2" destOrd="0" presId="urn:microsoft.com/office/officeart/2018/2/layout/IconLabelList"/>
    <dgm:cxn modelId="{9224A458-DC72-47B2-93B1-636040AFA43A}" type="presParOf" srcId="{320C83CF-195C-4E78-B718-5F7F8C7EC0F0}" destId="{E4A9ACFA-102C-4B4A-91C1-5C6A2F321A3D}" srcOrd="1" destOrd="0" presId="urn:microsoft.com/office/officeart/2018/2/layout/IconLabelList"/>
    <dgm:cxn modelId="{379C6B15-EC19-423C-9486-18C5C8D917FD}" type="presParOf" srcId="{320C83CF-195C-4E78-B718-5F7F8C7EC0F0}" destId="{D3E37728-F5B4-4D78-B1BF-E7FD0FA89585}" srcOrd="2" destOrd="0" presId="urn:microsoft.com/office/officeart/2018/2/layout/IconLabelList"/>
    <dgm:cxn modelId="{1AEE3E89-4FB2-49A0-A2F6-C6196972E943}" type="presParOf" srcId="{D3E37728-F5B4-4D78-B1BF-E7FD0FA89585}" destId="{064BBD15-0F9A-48F0-BF54-0B0439A2468F}" srcOrd="0" destOrd="0" presId="urn:microsoft.com/office/officeart/2018/2/layout/IconLabelList"/>
    <dgm:cxn modelId="{0CF8C9A1-4978-4CA8-8981-E16E0C03033D}" type="presParOf" srcId="{D3E37728-F5B4-4D78-B1BF-E7FD0FA89585}" destId="{D7B2F4AD-FAF3-42DC-A89B-F36571B9F183}" srcOrd="1" destOrd="0" presId="urn:microsoft.com/office/officeart/2018/2/layout/IconLabelList"/>
    <dgm:cxn modelId="{4F039515-DC4E-4DAA-A28B-742858CF8C9E}" type="presParOf" srcId="{D3E37728-F5B4-4D78-B1BF-E7FD0FA89585}" destId="{28C74703-C097-4718-BC12-0DB3EDE28459}" srcOrd="2" destOrd="0" presId="urn:microsoft.com/office/officeart/2018/2/layout/IconLabelList"/>
    <dgm:cxn modelId="{7B20F4E2-77B0-4572-AF03-28A5690271CA}" type="presParOf" srcId="{320C83CF-195C-4E78-B718-5F7F8C7EC0F0}" destId="{33344066-9740-458B-9F5B-C2CC71D4B17A}" srcOrd="3" destOrd="0" presId="urn:microsoft.com/office/officeart/2018/2/layout/IconLabelList"/>
    <dgm:cxn modelId="{C18BB547-FD9B-449B-9546-80CE4144AFBB}" type="presParOf" srcId="{320C83CF-195C-4E78-B718-5F7F8C7EC0F0}" destId="{09DABC1C-6916-427B-8CFE-A174120AFD9C}" srcOrd="4" destOrd="0" presId="urn:microsoft.com/office/officeart/2018/2/layout/IconLabelList"/>
    <dgm:cxn modelId="{50135112-861F-4E20-8C18-D00015A83B0D}" type="presParOf" srcId="{09DABC1C-6916-427B-8CFE-A174120AFD9C}" destId="{270C44B7-4467-41C3-98B9-1E7E21120FF1}" srcOrd="0" destOrd="0" presId="urn:microsoft.com/office/officeart/2018/2/layout/IconLabelList"/>
    <dgm:cxn modelId="{3FBE648E-3BD5-4062-A28C-7F8294B4472B}" type="presParOf" srcId="{09DABC1C-6916-427B-8CFE-A174120AFD9C}" destId="{DC1E9A3F-AABC-4CB9-B8C6-7344D9F2618A}" srcOrd="1" destOrd="0" presId="urn:microsoft.com/office/officeart/2018/2/layout/IconLabelList"/>
    <dgm:cxn modelId="{138E5E76-5F7F-4375-B290-BD53ACA3192F}" type="presParOf" srcId="{09DABC1C-6916-427B-8CFE-A174120AFD9C}" destId="{50D2F25E-D5BC-4DB5-B54E-6F1F475CA03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9394EE-7D75-4247-8029-515EF777A9B0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B71E03-36D8-4B53-AB57-19ED48ED9DAD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70E545-9396-4E97-90CF-C5FAC5181072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Jeu multijoueur Splatoon-like</a:t>
          </a:r>
        </a:p>
      </dsp:txBody>
      <dsp:txXfrm>
        <a:off x="46529" y="2703902"/>
        <a:ext cx="2418750" cy="720000"/>
      </dsp:txXfrm>
    </dsp:sp>
    <dsp:sp modelId="{843C6426-9EDC-47DC-AFC4-2AD727FAF79B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E7EA37-28C4-4437-8EE1-AD2D1E40CECB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BD5A45-A89C-4505-A1C3-02C12E1E820F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Environnement Python/Pygame</a:t>
          </a:r>
        </a:p>
      </dsp:txBody>
      <dsp:txXfrm>
        <a:off x="2888560" y="2703902"/>
        <a:ext cx="2418750" cy="720000"/>
      </dsp:txXfrm>
    </dsp:sp>
    <dsp:sp modelId="{3202A0E8-401B-4B7F-811C-9DAE6DCFB64F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D1471D-22D2-447E-A825-62D097589535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DFA265-3A4B-46F3-A152-623C7C564628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Objectif : Peinture de zones et capture</a:t>
          </a:r>
        </a:p>
      </dsp:txBody>
      <dsp:txXfrm>
        <a:off x="5730591" y="2703902"/>
        <a:ext cx="24187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6139E8-7933-48BF-BA32-C1C1319C34E4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339074-AF93-48D5-BE7C-81E37FB00FE9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F7D1BA-7758-487D-900F-9568A3D42646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Architecture multiprocess</a:t>
          </a:r>
        </a:p>
      </dsp:txBody>
      <dsp:txXfrm>
        <a:off x="46529" y="2703902"/>
        <a:ext cx="2418750" cy="720000"/>
      </dsp:txXfrm>
    </dsp:sp>
    <dsp:sp modelId="{4A5BD70E-3B0B-430C-A3BE-3C7724998194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8259DD-7904-4F4D-B18C-6845FEC4875A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7F3AEA-013E-4194-AE3F-3CC5E4A5587B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Serveur WebSocket et interface télécommande</a:t>
          </a:r>
        </a:p>
      </dsp:txBody>
      <dsp:txXfrm>
        <a:off x="2888560" y="2703902"/>
        <a:ext cx="2418750" cy="720000"/>
      </dsp:txXfrm>
    </dsp:sp>
    <dsp:sp modelId="{9112B3CE-DE83-4B09-BAAE-FFD31554E157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3ADA0A-87FE-421D-9FE2-A139B28631F8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A7D09F-C3F7-4EF9-93FF-5499BC02DAD4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Affichage Pygame (lobby et jeu)</a:t>
          </a:r>
        </a:p>
      </dsp:txBody>
      <dsp:txXfrm>
        <a:off x="5730591" y="2703902"/>
        <a:ext cx="24187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4B817F-6EDC-D746-B022-C69E541CC860}">
      <dsp:nvSpPr>
        <dsp:cNvPr id="0" name=""/>
        <dsp:cNvSpPr/>
      </dsp:nvSpPr>
      <dsp:spPr>
        <a:xfrm>
          <a:off x="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51D9C4-ECB3-814D-999D-4ECBB8502F6C}">
      <dsp:nvSpPr>
        <dsp:cNvPr id="0" name=""/>
        <dsp:cNvSpPr/>
      </dsp:nvSpPr>
      <dsp:spPr>
        <a:xfrm>
          <a:off x="256120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Passion pour les jeux multijoueur</a:t>
          </a:r>
        </a:p>
      </dsp:txBody>
      <dsp:txXfrm>
        <a:off x="298991" y="1277365"/>
        <a:ext cx="2219346" cy="1377989"/>
      </dsp:txXfrm>
    </dsp:sp>
    <dsp:sp modelId="{BD0F7549-4665-9348-9275-1125BEFE6BD2}">
      <dsp:nvSpPr>
        <dsp:cNvPr id="0" name=""/>
        <dsp:cNvSpPr/>
      </dsp:nvSpPr>
      <dsp:spPr>
        <a:xfrm>
          <a:off x="281733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AB5655-120F-AE46-B1B3-44D1029E1720}">
      <dsp:nvSpPr>
        <dsp:cNvPr id="0" name=""/>
        <dsp:cNvSpPr/>
      </dsp:nvSpPr>
      <dsp:spPr>
        <a:xfrm>
          <a:off x="3073451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Envie de maîtriser Pygame et WebSocket</a:t>
          </a:r>
        </a:p>
      </dsp:txBody>
      <dsp:txXfrm>
        <a:off x="3116322" y="1277365"/>
        <a:ext cx="2219346" cy="1377989"/>
      </dsp:txXfrm>
    </dsp:sp>
    <dsp:sp modelId="{FBAF0538-5AA5-BD40-970C-BB1418F3C069}">
      <dsp:nvSpPr>
        <dsp:cNvPr id="0" name=""/>
        <dsp:cNvSpPr/>
      </dsp:nvSpPr>
      <dsp:spPr>
        <a:xfrm>
          <a:off x="5634661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17A1D1-62A1-A047-9BE6-8D50B91E7700}">
      <dsp:nvSpPr>
        <dsp:cNvPr id="0" name=""/>
        <dsp:cNvSpPr/>
      </dsp:nvSpPr>
      <dsp:spPr>
        <a:xfrm>
          <a:off x="5890782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Challenge technique intéressant</a:t>
          </a:r>
        </a:p>
      </dsp:txBody>
      <dsp:txXfrm>
        <a:off x="5933653" y="1277365"/>
        <a:ext cx="2219346" cy="137798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5771C7-F4E2-4ACB-8666-1DD314DBD914}">
      <dsp:nvSpPr>
        <dsp:cNvPr id="0" name=""/>
        <dsp:cNvSpPr/>
      </dsp:nvSpPr>
      <dsp:spPr>
        <a:xfrm>
          <a:off x="0" y="673"/>
          <a:ext cx="4773168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A42FB4-965E-490E-BEA6-865DA804FBB0}">
      <dsp:nvSpPr>
        <dsp:cNvPr id="0" name=""/>
        <dsp:cNvSpPr/>
      </dsp:nvSpPr>
      <dsp:spPr>
        <a:xfrm>
          <a:off x="476436" y="355047"/>
          <a:ext cx="866247" cy="86624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F9546F-2F1F-4302-B316-8299C839479E}">
      <dsp:nvSpPr>
        <dsp:cNvPr id="0" name=""/>
        <dsp:cNvSpPr/>
      </dsp:nvSpPr>
      <dsp:spPr>
        <a:xfrm>
          <a:off x="1819120" y="673"/>
          <a:ext cx="2954047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Sprint 1 : Base lobby et connexion</a:t>
          </a:r>
        </a:p>
      </dsp:txBody>
      <dsp:txXfrm>
        <a:off x="1819120" y="673"/>
        <a:ext cx="2954047" cy="1574995"/>
      </dsp:txXfrm>
    </dsp:sp>
    <dsp:sp modelId="{691128C8-2816-43EA-8838-792695967FDA}">
      <dsp:nvSpPr>
        <dsp:cNvPr id="0" name=""/>
        <dsp:cNvSpPr/>
      </dsp:nvSpPr>
      <dsp:spPr>
        <a:xfrm>
          <a:off x="0" y="1969418"/>
          <a:ext cx="4773168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62502B-1B4C-4A79-83C5-C906006BAC0F}">
      <dsp:nvSpPr>
        <dsp:cNvPr id="0" name=""/>
        <dsp:cNvSpPr/>
      </dsp:nvSpPr>
      <dsp:spPr>
        <a:xfrm>
          <a:off x="476436" y="2323792"/>
          <a:ext cx="866247" cy="86624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97A14E-6204-4CA8-BCEA-2B936DBAF55A}">
      <dsp:nvSpPr>
        <dsp:cNvPr id="0" name=""/>
        <dsp:cNvSpPr/>
      </dsp:nvSpPr>
      <dsp:spPr>
        <a:xfrm>
          <a:off x="1819120" y="1969418"/>
          <a:ext cx="2954047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Sprint 2 : Mécanique</a:t>
          </a:r>
        </a:p>
      </dsp:txBody>
      <dsp:txXfrm>
        <a:off x="1819120" y="1969418"/>
        <a:ext cx="2954047" cy="1574995"/>
      </dsp:txXfrm>
    </dsp:sp>
    <dsp:sp modelId="{0B142CB7-53EE-4D3A-8D86-99C0DB7CCC06}">
      <dsp:nvSpPr>
        <dsp:cNvPr id="0" name=""/>
        <dsp:cNvSpPr/>
      </dsp:nvSpPr>
      <dsp:spPr>
        <a:xfrm>
          <a:off x="0" y="3938162"/>
          <a:ext cx="4773168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A6E5A3-3038-4E2C-91E6-17E70D3735A6}">
      <dsp:nvSpPr>
        <dsp:cNvPr id="0" name=""/>
        <dsp:cNvSpPr/>
      </dsp:nvSpPr>
      <dsp:spPr>
        <a:xfrm>
          <a:off x="476436" y="4292537"/>
          <a:ext cx="866247" cy="86624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076C5-3E98-45BA-9EF5-B185D520D8F6}">
      <dsp:nvSpPr>
        <dsp:cNvPr id="0" name=""/>
        <dsp:cNvSpPr/>
      </dsp:nvSpPr>
      <dsp:spPr>
        <a:xfrm>
          <a:off x="1819120" y="3938162"/>
          <a:ext cx="2954047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/>
            <a:t>Sprint 3 : Optimisations &amp; UI</a:t>
          </a:r>
          <a:endParaRPr lang="en-US" sz="2500" kern="1200"/>
        </a:p>
      </dsp:txBody>
      <dsp:txXfrm>
        <a:off x="1819120" y="3938162"/>
        <a:ext cx="2954047" cy="157499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E0B48D-9EF5-734D-8A04-70242A01672C}">
      <dsp:nvSpPr>
        <dsp:cNvPr id="0" name=""/>
        <dsp:cNvSpPr/>
      </dsp:nvSpPr>
      <dsp:spPr>
        <a:xfrm>
          <a:off x="0" y="794338"/>
          <a:ext cx="2189202" cy="139014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DFBACB-4238-6D4C-A73B-A52B2C8F2F4C}">
      <dsp:nvSpPr>
        <dsp:cNvPr id="0" name=""/>
        <dsp:cNvSpPr/>
      </dsp:nvSpPr>
      <dsp:spPr>
        <a:xfrm>
          <a:off x="243244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Préparée / Cadrée / Bornée</a:t>
          </a:r>
        </a:p>
      </dsp:txBody>
      <dsp:txXfrm>
        <a:off x="283960" y="1066136"/>
        <a:ext cx="2107770" cy="1308711"/>
      </dsp:txXfrm>
    </dsp:sp>
    <dsp:sp modelId="{1F778331-6ED9-9F45-B10E-119175002367}">
      <dsp:nvSpPr>
        <dsp:cNvPr id="0" name=""/>
        <dsp:cNvSpPr/>
      </dsp:nvSpPr>
      <dsp:spPr>
        <a:xfrm>
          <a:off x="2675691" y="794338"/>
          <a:ext cx="2189202" cy="139014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9E1947-4F66-4146-B8A0-D47312519492}">
      <dsp:nvSpPr>
        <dsp:cNvPr id="0" name=""/>
        <dsp:cNvSpPr/>
      </dsp:nvSpPr>
      <dsp:spPr>
        <a:xfrm>
          <a:off x="2918936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Scénario de test multi-clients</a:t>
          </a:r>
        </a:p>
      </dsp:txBody>
      <dsp:txXfrm>
        <a:off x="2959652" y="1066136"/>
        <a:ext cx="2107770" cy="1308711"/>
      </dsp:txXfrm>
    </dsp:sp>
    <dsp:sp modelId="{2BDAB76D-63F8-CC40-827F-22775D267958}">
      <dsp:nvSpPr>
        <dsp:cNvPr id="0" name=""/>
        <dsp:cNvSpPr/>
      </dsp:nvSpPr>
      <dsp:spPr>
        <a:xfrm>
          <a:off x="5351383" y="794338"/>
          <a:ext cx="2189202" cy="139014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3865A3-A580-5344-8416-35CED247CDFE}">
      <dsp:nvSpPr>
        <dsp:cNvPr id="0" name=""/>
        <dsp:cNvSpPr/>
      </dsp:nvSpPr>
      <dsp:spPr>
        <a:xfrm>
          <a:off x="5594627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Affichage des logs et visualisation</a:t>
          </a:r>
        </a:p>
      </dsp:txBody>
      <dsp:txXfrm>
        <a:off x="5635343" y="1066136"/>
        <a:ext cx="2107770" cy="130871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1B4752-1503-4340-8961-811843F94A42}">
      <dsp:nvSpPr>
        <dsp:cNvPr id="0" name=""/>
        <dsp:cNvSpPr/>
      </dsp:nvSpPr>
      <dsp:spPr>
        <a:xfrm>
          <a:off x="750914" y="1203373"/>
          <a:ext cx="1081248" cy="10812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FF06FD-B055-4F22-AAD6-DB21AB79CF03}">
      <dsp:nvSpPr>
        <dsp:cNvPr id="0" name=""/>
        <dsp:cNvSpPr/>
      </dsp:nvSpPr>
      <dsp:spPr>
        <a:xfrm>
          <a:off x="90151" y="2602589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Multiprocessing pour fluidité</a:t>
          </a:r>
        </a:p>
      </dsp:txBody>
      <dsp:txXfrm>
        <a:off x="90151" y="2602589"/>
        <a:ext cx="2402775" cy="720000"/>
      </dsp:txXfrm>
    </dsp:sp>
    <dsp:sp modelId="{92E42813-E364-471A-A23C-6A6566323B2E}">
      <dsp:nvSpPr>
        <dsp:cNvPr id="0" name=""/>
        <dsp:cNvSpPr/>
      </dsp:nvSpPr>
      <dsp:spPr>
        <a:xfrm>
          <a:off x="3574175" y="1203373"/>
          <a:ext cx="1081248" cy="10812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2E60F6-4874-4202-A6BE-69D7A5DB73C4}">
      <dsp:nvSpPr>
        <dsp:cNvPr id="0" name=""/>
        <dsp:cNvSpPr/>
      </dsp:nvSpPr>
      <dsp:spPr>
        <a:xfrm>
          <a:off x="2913412" y="2602589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Analyse couleur optimisée (NumPy)</a:t>
          </a:r>
        </a:p>
      </dsp:txBody>
      <dsp:txXfrm>
        <a:off x="2913412" y="2602589"/>
        <a:ext cx="2402775" cy="720000"/>
      </dsp:txXfrm>
    </dsp:sp>
    <dsp:sp modelId="{66A3FC33-3B74-4620-9D76-3ECF40023D35}">
      <dsp:nvSpPr>
        <dsp:cNvPr id="0" name=""/>
        <dsp:cNvSpPr/>
      </dsp:nvSpPr>
      <dsp:spPr>
        <a:xfrm>
          <a:off x="6397436" y="1203373"/>
          <a:ext cx="1081248" cy="10812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37DDED-556E-4F63-9FD6-926454D20AC3}">
      <dsp:nvSpPr>
        <dsp:cNvPr id="0" name=""/>
        <dsp:cNvSpPr/>
      </dsp:nvSpPr>
      <dsp:spPr>
        <a:xfrm>
          <a:off x="5736673" y="2602589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Refactorisation et config centralisée</a:t>
          </a:r>
        </a:p>
      </dsp:txBody>
      <dsp:txXfrm>
        <a:off x="5736673" y="2602589"/>
        <a:ext cx="2402775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367787-50B1-4881-B7E2-80CE9B8C3354}">
      <dsp:nvSpPr>
        <dsp:cNvPr id="0" name=""/>
        <dsp:cNvSpPr/>
      </dsp:nvSpPr>
      <dsp:spPr>
        <a:xfrm>
          <a:off x="73847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ECDC57-7825-46FD-A8B9-8DCDD33B7C58}">
      <dsp:nvSpPr>
        <dsp:cNvPr id="0" name=""/>
        <dsp:cNvSpPr/>
      </dsp:nvSpPr>
      <dsp:spPr>
        <a:xfrm>
          <a:off x="78583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Synchronisation lobbies/jeu</a:t>
          </a:r>
        </a:p>
      </dsp:txBody>
      <dsp:txXfrm>
        <a:off x="78583" y="2435142"/>
        <a:ext cx="2399612" cy="720000"/>
      </dsp:txXfrm>
    </dsp:sp>
    <dsp:sp modelId="{064BBD15-0F9A-48F0-BF54-0B0439A2468F}">
      <dsp:nvSpPr>
        <dsp:cNvPr id="0" name=""/>
        <dsp:cNvSpPr/>
      </dsp:nvSpPr>
      <dsp:spPr>
        <a:xfrm>
          <a:off x="3558022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C74703-C097-4718-BC12-0DB3EDE28459}">
      <dsp:nvSpPr>
        <dsp:cNvPr id="0" name=""/>
        <dsp:cNvSpPr/>
      </dsp:nvSpPr>
      <dsp:spPr>
        <a:xfrm>
          <a:off x="2898129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Performance Pygame &amp; lag</a:t>
          </a:r>
        </a:p>
      </dsp:txBody>
      <dsp:txXfrm>
        <a:off x="2898129" y="2435142"/>
        <a:ext cx="2399612" cy="720000"/>
      </dsp:txXfrm>
    </dsp:sp>
    <dsp:sp modelId="{270C44B7-4467-41C3-98B9-1E7E21120FF1}">
      <dsp:nvSpPr>
        <dsp:cNvPr id="0" name=""/>
        <dsp:cNvSpPr/>
      </dsp:nvSpPr>
      <dsp:spPr>
        <a:xfrm>
          <a:off x="637756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D2F25E-D5BC-4DB5-B54E-6F1F475CA03E}">
      <dsp:nvSpPr>
        <dsp:cNvPr id="0" name=""/>
        <dsp:cNvSpPr/>
      </dsp:nvSpPr>
      <dsp:spPr>
        <a:xfrm>
          <a:off x="5717674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Gestion des power-ups en live</a:t>
          </a:r>
        </a:p>
      </dsp:txBody>
      <dsp:txXfrm>
        <a:off x="5717674" y="2435142"/>
        <a:ext cx="2399612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9C7E0A2C-7C0A-4AAC-B3B0-6C12B2EBA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4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348" y="551961"/>
            <a:ext cx="8249304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248587"/>
            <a:ext cx="6858000" cy="2387600"/>
          </a:xfrm>
        </p:spPr>
        <p:txBody>
          <a:bodyPr>
            <a:normAutofit/>
          </a:bodyPr>
          <a:lstStyle/>
          <a:p>
            <a:r>
              <a:rPr lang="fr-FR" sz="5600"/>
              <a:t>Paint War - Présentation du Projet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820338"/>
            <a:ext cx="6858000" cy="1563686"/>
          </a:xfrm>
        </p:spPr>
        <p:txBody>
          <a:bodyPr>
            <a:normAutofit/>
          </a:bodyPr>
          <a:lstStyle/>
          <a:p>
            <a:r>
              <a:rPr lang="fr-FR"/>
              <a:t>Équipe </a:t>
            </a:r>
            <a:r>
              <a:rPr lang="fr-FR" err="1"/>
              <a:t>Splatoon</a:t>
            </a:r>
            <a:r>
              <a:rPr lang="fr-FR"/>
              <a:t> Éco++</a:t>
            </a:r>
          </a:p>
        </p:txBody>
      </p:sp>
      <p:cxnSp>
        <p:nvCxnSpPr>
          <p:cNvPr id="47" name="Straight Connector 39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47348" y="6329769"/>
            <a:ext cx="8250174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fr-FR" sz="3500"/>
              <a:t>Introduction Générale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endParaRPr lang="fr-FR" sz="1700" dirty="0"/>
          </a:p>
          <a:p>
            <a:r>
              <a:rPr lang="fr-FR" sz="1700" dirty="0"/>
              <a:t>ALI ASSOUMANE </a:t>
            </a:r>
            <a:r>
              <a:rPr lang="fr-FR" sz="1700" dirty="0" err="1"/>
              <a:t>Mtara</a:t>
            </a:r>
            <a:r>
              <a:rPr lang="fr-FR" sz="1700" dirty="0"/>
              <a:t>, OUAZENE </a:t>
            </a:r>
            <a:r>
              <a:rPr lang="fr-FR" sz="1700" dirty="0" err="1"/>
              <a:t>Illyes</a:t>
            </a:r>
            <a:r>
              <a:rPr lang="fr-FR" sz="1700" dirty="0"/>
              <a:t>, PEUTOT Eliott, GHERRAS Salman, GENCER Oktay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C7913B-FFEA-8D1C-F521-09B5B462E6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781" r="53011" b="-1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fr-FR" sz="3500">
                <a:solidFill>
                  <a:srgbClr val="FFFFFF"/>
                </a:solidFill>
              </a:rPr>
              <a:t>Rappel du Sujet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49DBA77-BE36-5625-E945-5845EBFF6F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2771586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fr-FR" sz="3500">
                <a:solidFill>
                  <a:srgbClr val="FFFFFF"/>
                </a:solidFill>
              </a:rPr>
              <a:t>Présentation du Projet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F1138368-65C9-6DF0-DD98-86444F8415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7449011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fr-FR" sz="3500">
                <a:solidFill>
                  <a:srgbClr val="FFFFFF"/>
                </a:solidFill>
              </a:rPr>
              <a:t>Choix du Sujet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C21A2778-6F83-7C89-665D-F26588A682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6245739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fr-FR" sz="3500"/>
              <a:t>Découpage en Itérations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2B00E7E-5308-B408-E554-07327FE61C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017238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629757" cy="1554480"/>
          </a:xfrm>
        </p:spPr>
        <p:txBody>
          <a:bodyPr anchor="ctr">
            <a:normAutofit/>
          </a:bodyPr>
          <a:lstStyle/>
          <a:p>
            <a:r>
              <a:rPr lang="fr-FR" sz="4200"/>
              <a:t>Démonstration sur le Serveur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0F9BD73-BAB0-C590-746B-2577447DD8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3904221"/>
              </p:ext>
            </p:extLst>
          </p:nvPr>
        </p:nvGraphicFramePr>
        <p:xfrm>
          <a:off x="678451" y="3017519"/>
          <a:ext cx="778383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Points Techniques Notables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E37E173-E3A8-9B53-4806-FA60C760DA6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fr-FR" sz="3500">
                <a:solidFill>
                  <a:srgbClr val="FFFFFF"/>
                </a:solidFill>
              </a:rPr>
              <a:t>Problèmes et Solutions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6AE4903-08E4-B9CD-5844-CBCE233C8A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343776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Axes d’Ouverture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Ajout de nouveaux modes de jeu</a:t>
            </a:r>
          </a:p>
          <a:p>
            <a:r>
              <a:t>Version mobile et responsive</a:t>
            </a:r>
          </a:p>
          <a:p>
            <a:r>
              <a:t>Graphiques et statistiques en temps réel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166</Words>
  <Application>Microsoft Macintosh PowerPoint</Application>
  <PresentationFormat>Affichage à l'écran (4:3)</PresentationFormat>
  <Paragraphs>38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Paint War - Présentation du Projet</vt:lpstr>
      <vt:lpstr>Introduction Générale</vt:lpstr>
      <vt:lpstr>Rappel du Sujet</vt:lpstr>
      <vt:lpstr>Présentation du Projet</vt:lpstr>
      <vt:lpstr>Choix du Sujet</vt:lpstr>
      <vt:lpstr>Découpage en Itérations</vt:lpstr>
      <vt:lpstr>Démonstration sur le Serveur</vt:lpstr>
      <vt:lpstr>Points Techniques Notables</vt:lpstr>
      <vt:lpstr>Problèmes et Solutions</vt:lpstr>
      <vt:lpstr>Axes d’Ouverture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Oktay Gençer</cp:lastModifiedBy>
  <cp:revision>3</cp:revision>
  <dcterms:created xsi:type="dcterms:W3CDTF">2013-01-27T09:14:16Z</dcterms:created>
  <dcterms:modified xsi:type="dcterms:W3CDTF">2025-05-15T13:10:33Z</dcterms:modified>
  <cp:category/>
</cp:coreProperties>
</file>